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29"/>
  </p:notesMasterIdLst>
  <p:sldIdLst>
    <p:sldId id="2561" r:id="rId5"/>
    <p:sldId id="2562" r:id="rId6"/>
    <p:sldId id="2563" r:id="rId7"/>
    <p:sldId id="2564" r:id="rId8"/>
    <p:sldId id="2565" r:id="rId9"/>
    <p:sldId id="2566" r:id="rId10"/>
    <p:sldId id="2567" r:id="rId11"/>
    <p:sldId id="2568" r:id="rId12"/>
    <p:sldId id="2569" r:id="rId13"/>
    <p:sldId id="2570" r:id="rId14"/>
    <p:sldId id="2571" r:id="rId15"/>
    <p:sldId id="2584" r:id="rId16"/>
    <p:sldId id="2572" r:id="rId17"/>
    <p:sldId id="2573" r:id="rId18"/>
    <p:sldId id="2574" r:id="rId19"/>
    <p:sldId id="2575" r:id="rId20"/>
    <p:sldId id="2576" r:id="rId21"/>
    <p:sldId id="2577" r:id="rId22"/>
    <p:sldId id="2578" r:id="rId23"/>
    <p:sldId id="2579" r:id="rId24"/>
    <p:sldId id="2580" r:id="rId25"/>
    <p:sldId id="2581" r:id="rId26"/>
    <p:sldId id="2582" r:id="rId27"/>
    <p:sldId id="2583"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paceX Falcon 9 First Stage Landing Prediction" id="{EC86ED19-E869-4C93-B5F8-FCA87235C5E1}">
          <p14:sldIdLst>
            <p14:sldId id="2561"/>
          </p14:sldIdLst>
        </p14:section>
        <p14:section name="Executive Summary" id="{9C59981E-7BAF-40E3-96E7-2302E47CA7B6}">
          <p14:sldIdLst>
            <p14:sldId id="2562"/>
            <p14:sldId id="2563"/>
          </p14:sldIdLst>
        </p14:section>
        <p14:section name="Project Overview" id="{B5FDE92B-D7E8-480A-B0D7-02FD1A98C952}">
          <p14:sldIdLst>
            <p14:sldId id="2564"/>
            <p14:sldId id="2565"/>
          </p14:sldIdLst>
        </p14:section>
        <p14:section name="Business Problem &amp; Objective" id="{F1EACE17-B2DD-4946-BE8D-46263E8D83B0}">
          <p14:sldIdLst>
            <p14:sldId id="2566"/>
            <p14:sldId id="2567"/>
          </p14:sldIdLst>
        </p14:section>
        <p14:section name="Methodology" id="{C441627B-7B9B-4EF1-A8AE-5C2CDED71FEB}">
          <p14:sldIdLst>
            <p14:sldId id="2568"/>
            <p14:sldId id="2569"/>
          </p14:sldIdLst>
        </p14:section>
        <p14:section name="EDA Insights" id="{51596584-383A-48D8-809C-6BC1BA2ACB98}">
          <p14:sldIdLst>
            <p14:sldId id="2570"/>
            <p14:sldId id="2571"/>
            <p14:sldId id="2584"/>
          </p14:sldIdLst>
        </p14:section>
        <p14:section name="Model Development" id="{4CF0305C-C057-4409-9D53-45AF7F2086AF}">
          <p14:sldIdLst>
            <p14:sldId id="2572"/>
            <p14:sldId id="2573"/>
          </p14:sldIdLst>
        </p14:section>
        <p14:section name="Model Comparison" id="{891350E6-AFF3-4BA8-885D-6EB2FE163B20}">
          <p14:sldIdLst>
            <p14:sldId id="2574"/>
            <p14:sldId id="2575"/>
          </p14:sldIdLst>
        </p14:section>
        <p14:section name="Deployment" id="{0DA9BAF5-2878-48D2-834C-01D3CA29CB00}">
          <p14:sldIdLst>
            <p14:sldId id="2576"/>
            <p14:sldId id="2577"/>
          </p14:sldIdLst>
        </p14:section>
        <p14:section name="Key Findings" id="{BB919DA5-C279-4AAA-B848-4ADAF2AE12D6}">
          <p14:sldIdLst>
            <p14:sldId id="2578"/>
            <p14:sldId id="2579"/>
          </p14:sldIdLst>
        </p14:section>
        <p14:section name="Conclusion &amp; Future Scope" id="{1EBAF10A-7746-4B32-81AC-124A4BFC133B}">
          <p14:sldIdLst>
            <p14:sldId id="2580"/>
            <p14:sldId id="2581"/>
          </p14:sldIdLst>
        </p14:section>
        <p14:section name="Appendix" id="{E64A85FF-FF67-41C3-B059-097B4354664E}">
          <p14:sldIdLst>
            <p14:sldId id="2582"/>
            <p14:sldId id="2583"/>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A5955EC-FC50-7E9B-3424-CF99600280EF}" v="260" dt="2025-11-20T06:33:31.392"/>
    <p1510:client id="{FCD8D736-AAB4-40BE-B55A-228467D4AE17}" v="24" dt="2025-11-20T05:36:31.55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p:cViewPr varScale="1">
        <p:scale>
          <a:sx n="93" d="100"/>
          <a:sy n="93" d="100"/>
        </p:scale>
        <p:origin x="1188" y="306"/>
      </p:cViewPr>
      <p:guideLst/>
    </p:cSldViewPr>
  </p:slideViewPr>
  <p:notesTextViewPr>
    <p:cViewPr>
      <p:scale>
        <a:sx n="1" d="1"/>
        <a:sy n="1" d="1"/>
      </p:scale>
      <p:origin x="0" y="0"/>
    </p:cViewPr>
  </p:notesTextViewPr>
  <p:notesViewPr>
    <p:cSldViewPr>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microsoft.com/office/2015/10/relationships/revisionInfo" Target="revisionInfo.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presProps" Target="presProps.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0BC3308-9CB8-4F15-AE77-F053933656A3}" type="datetimeFigureOut">
              <a:t>11/19/2025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0A58697-1092-478F-9D49-13FE3BA327D1}" type="slidenum">
              <a:t>‹#›</a:t>
            </a:fld>
            <a:endParaRPr lang="en-US"/>
          </a:p>
        </p:txBody>
      </p:sp>
    </p:spTree>
    <p:extLst>
      <p:ext uri="{BB962C8B-B14F-4D97-AF65-F5344CB8AC3E}">
        <p14:creationId xmlns:p14="http://schemas.microsoft.com/office/powerpoint/2010/main" val="1398932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AI-generated content may be incorrect.
---
</a:t>
            </a:r>
          </a:p>
        </p:txBody>
      </p:sp>
      <p:sp>
        <p:nvSpPr>
          <p:cNvPr id="4" name="Slide Number Placeholder 3"/>
          <p:cNvSpPr>
            <a:spLocks noGrp="1"/>
          </p:cNvSpPr>
          <p:nvPr>
            <p:ph type="sldNum" sz="quarter" idx="5"/>
          </p:nvPr>
        </p:nvSpPr>
        <p:spPr/>
        <p:txBody>
          <a:bodyPr/>
          <a:lstStyle/>
          <a:p>
            <a:fld id="{DA56295F-F049-4B18-A32B-ACF81A4CAE3F}" type="slidenum">
              <a:t>1</a:t>
            </a:fld>
            <a:endParaRPr lang="en-US"/>
          </a:p>
        </p:txBody>
      </p:sp>
    </p:spTree>
    <p:extLst>
      <p:ext uri="{BB962C8B-B14F-4D97-AF65-F5344CB8AC3E}">
        <p14:creationId xmlns:p14="http://schemas.microsoft.com/office/powerpoint/2010/main" val="195582251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Project Highlights</a:t>
            </a:r>
          </a:p>
        </p:txBody>
      </p:sp>
      <p:sp>
        <p:nvSpPr>
          <p:cNvPr id="4" name="Slide Number Placeholder 3"/>
          <p:cNvSpPr>
            <a:spLocks noGrp="1"/>
          </p:cNvSpPr>
          <p:nvPr>
            <p:ph type="sldNum" sz="quarter" idx="5"/>
          </p:nvPr>
        </p:nvSpPr>
        <p:spPr/>
        <p:txBody>
          <a:bodyPr/>
          <a:lstStyle/>
          <a:p>
            <a:fld id="{DA56295F-F049-4B18-A32B-ACF81A4CAE3F}" type="slidenum">
              <a:t>2</a:t>
            </a:fld>
            <a:endParaRPr lang="en-US"/>
          </a:p>
        </p:txBody>
      </p:sp>
    </p:spTree>
    <p:extLst>
      <p:ext uri="{BB962C8B-B14F-4D97-AF65-F5344CB8AC3E}">
        <p14:creationId xmlns:p14="http://schemas.microsoft.com/office/powerpoint/2010/main" val="402668556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SpaceX Falcon 9 First Stage Landing Prediction project aims to forecast whether the first stage of the Falcon 9 rocket will successfully land, which is critical for cost optimization and strategic planning in the aerospace industry. The project leverages machine learning models to predict landing success based on mission parameters. Logistic Regression emerged as the best-performing model, achieving an R² score of 0.94 after hyperparameter tuning. The solution was deployed as an interactive web application using Streamlit, hosted on Streamlit Cloud for accessibility. This predictive capability provides actionable insights for competitors like SpaceY, enabling them to estimate launch costs and plan missions effectively. The executive summary encapsulates the project's objectives, methodology, and deployment strategy, emphasizing its role in reducing costs and enhancing decision-making in space missions.</a:t>
            </a:r>
          </a:p>
        </p:txBody>
      </p:sp>
      <p:sp>
        <p:nvSpPr>
          <p:cNvPr id="4" name="Slide Number Placeholder 3"/>
          <p:cNvSpPr>
            <a:spLocks noGrp="1"/>
          </p:cNvSpPr>
          <p:nvPr>
            <p:ph type="sldNum" sz="quarter" idx="5"/>
          </p:nvPr>
        </p:nvSpPr>
        <p:spPr/>
        <p:txBody>
          <a:bodyPr/>
          <a:lstStyle/>
          <a:p>
            <a:fld id="{DA56295F-F049-4B18-A32B-ACF81A4CAE3F}" type="slidenum">
              <a:t>3</a:t>
            </a:fld>
            <a:endParaRPr lang="en-US"/>
          </a:p>
        </p:txBody>
      </p:sp>
    </p:spTree>
    <p:extLst>
      <p:ext uri="{BB962C8B-B14F-4D97-AF65-F5344CB8AC3E}">
        <p14:creationId xmlns:p14="http://schemas.microsoft.com/office/powerpoint/2010/main" val="88452018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Cost Advantage and Strategic Importance</a:t>
            </a:r>
          </a:p>
        </p:txBody>
      </p:sp>
      <p:sp>
        <p:nvSpPr>
          <p:cNvPr id="4" name="Slide Number Placeholder 3"/>
          <p:cNvSpPr>
            <a:spLocks noGrp="1"/>
          </p:cNvSpPr>
          <p:nvPr>
            <p:ph type="sldNum" sz="quarter" idx="5"/>
          </p:nvPr>
        </p:nvSpPr>
        <p:spPr/>
        <p:txBody>
          <a:bodyPr/>
          <a:lstStyle/>
          <a:p>
            <a:fld id="{DA56295F-F049-4B18-A32B-ACF81A4CAE3F}" type="slidenum">
              <a:t>4</a:t>
            </a:fld>
            <a:endParaRPr lang="en-US"/>
          </a:p>
        </p:txBody>
      </p:sp>
    </p:spTree>
    <p:extLst>
      <p:ext uri="{BB962C8B-B14F-4D97-AF65-F5344CB8AC3E}">
        <p14:creationId xmlns:p14="http://schemas.microsoft.com/office/powerpoint/2010/main" val="60368892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SpaceX has revolutionized the space industry by significantly reducing launch costs. A Falcon 9 launch costs approximately $62 million, compared to competitors charging upwards of $165 million. This cost advantage is primarily due to the reusability of the first stage, which accounts for 50–60% of the total rocket cost. By successfully landing and reusing the first stage, SpaceX achieves substantial savings, making space missions more economically viable. The project focuses on predicting the success of these landings, which is essential for cost estimation and competitive strategy. Accurate predictions allow companies like SpaceY to benchmark against SpaceX, optimize mission planning, and allocate resources efficiently. This overview highlights the economic impact of reusability and the strategic importance of predictive analytics in the aerospace sector.</a:t>
            </a:r>
          </a:p>
        </p:txBody>
      </p:sp>
      <p:sp>
        <p:nvSpPr>
          <p:cNvPr id="4" name="Slide Number Placeholder 3"/>
          <p:cNvSpPr>
            <a:spLocks noGrp="1"/>
          </p:cNvSpPr>
          <p:nvPr>
            <p:ph type="sldNum" sz="quarter" idx="5"/>
          </p:nvPr>
        </p:nvSpPr>
        <p:spPr/>
        <p:txBody>
          <a:bodyPr/>
          <a:lstStyle/>
          <a:p>
            <a:fld id="{DA56295F-F049-4B18-A32B-ACF81A4CAE3F}" type="slidenum">
              <a:t>5</a:t>
            </a:fld>
            <a:endParaRPr lang="en-US"/>
          </a:p>
        </p:txBody>
      </p:sp>
    </p:spTree>
    <p:extLst>
      <p:ext uri="{BB962C8B-B14F-4D97-AF65-F5344CB8AC3E}">
        <p14:creationId xmlns:p14="http://schemas.microsoft.com/office/powerpoint/2010/main" val="164489706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Challenges and Goals</a:t>
            </a:r>
          </a:p>
        </p:txBody>
      </p:sp>
      <p:sp>
        <p:nvSpPr>
          <p:cNvPr id="4" name="Slide Number Placeholder 3"/>
          <p:cNvSpPr>
            <a:spLocks noGrp="1"/>
          </p:cNvSpPr>
          <p:nvPr>
            <p:ph type="sldNum" sz="quarter" idx="5"/>
          </p:nvPr>
        </p:nvSpPr>
        <p:spPr/>
        <p:txBody>
          <a:bodyPr/>
          <a:lstStyle/>
          <a:p>
            <a:fld id="{DA56295F-F049-4B18-A32B-ACF81A4CAE3F}" type="slidenum">
              <a:t>6</a:t>
            </a:fld>
            <a:endParaRPr lang="en-US"/>
          </a:p>
        </p:txBody>
      </p:sp>
    </p:spTree>
    <p:extLst>
      <p:ext uri="{BB962C8B-B14F-4D97-AF65-F5344CB8AC3E}">
        <p14:creationId xmlns:p14="http://schemas.microsoft.com/office/powerpoint/2010/main" val="292315062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ability to reuse the first stage of a rocket is a game-changer in the space industry, drastically reducing costs and increasing mission frequency. However, predicting whether the first stage will successfully land is complex, involving multiple mission parameters such as orbit type, payload mass, and launch conditions. The business problem centers on the need for accurate predictions to estimate launch costs and optimize mission planning. The primary objective of this project is to build a predictive model that determines landing success based on these parameters. By achieving this goal, stakeholders can make informed decisions, minimize financial risks, and enhance operational efficiency. This section underscores the critical role of predictive modeling in addressing industry challenges and supporting strategic objectives.</a:t>
            </a:r>
          </a:p>
        </p:txBody>
      </p:sp>
      <p:sp>
        <p:nvSpPr>
          <p:cNvPr id="4" name="Slide Number Placeholder 3"/>
          <p:cNvSpPr>
            <a:spLocks noGrp="1"/>
          </p:cNvSpPr>
          <p:nvPr>
            <p:ph type="sldNum" sz="quarter" idx="5"/>
          </p:nvPr>
        </p:nvSpPr>
        <p:spPr/>
        <p:txBody>
          <a:bodyPr/>
          <a:lstStyle/>
          <a:p>
            <a:fld id="{DA56295F-F049-4B18-A32B-ACF81A4CAE3F}" type="slidenum">
              <a:t>7</a:t>
            </a:fld>
            <a:endParaRPr lang="en-US"/>
          </a:p>
        </p:txBody>
      </p:sp>
    </p:spTree>
    <p:extLst>
      <p:ext uri="{BB962C8B-B14F-4D97-AF65-F5344CB8AC3E}">
        <p14:creationId xmlns:p14="http://schemas.microsoft.com/office/powerpoint/2010/main" val="395027852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Data Collection and Modeling Approach</a:t>
            </a:r>
          </a:p>
        </p:txBody>
      </p:sp>
      <p:sp>
        <p:nvSpPr>
          <p:cNvPr id="4" name="Slide Number Placeholder 3"/>
          <p:cNvSpPr>
            <a:spLocks noGrp="1"/>
          </p:cNvSpPr>
          <p:nvPr>
            <p:ph type="sldNum" sz="quarter" idx="5"/>
          </p:nvPr>
        </p:nvSpPr>
        <p:spPr/>
        <p:txBody>
          <a:bodyPr/>
          <a:lstStyle/>
          <a:p>
            <a:fld id="{DA56295F-F049-4B18-A32B-ACF81A4CAE3F}" type="slidenum">
              <a:t>8</a:t>
            </a:fld>
            <a:endParaRPr lang="en-US"/>
          </a:p>
        </p:txBody>
      </p:sp>
    </p:spTree>
    <p:extLst>
      <p:ext uri="{BB962C8B-B14F-4D97-AF65-F5344CB8AC3E}">
        <p14:creationId xmlns:p14="http://schemas.microsoft.com/office/powerpoint/2010/main" val="229506210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methodology adopted for this project involves several key steps. Data was sourced from the SpaceX API and Wikipedia launch records, scraped using BeautifulSoup, and stored in an SQLite database for efficient querying. Data wrangling included removing irrelevant columns, correcting data types, and handling missing values. Feature engineering introduced a 'Class' column to represent landing success (1) or failure (0). Exploratory Data Analysis (EDA) was conducted using Seaborn, Matplotlib, and Folium to visualize trends and geographic launch patterns. Model development tested multiple algorithms, including Logistic Regression, SVC, Decision Tree, and KNN. Logistic Regression was selected as the best model after hyperparameter tuning with GridSearchCV, achieving an R² score of 0.94. The final model was deployed using Streamlit, enabling real-time predictions through an interactive web application hosted on Streamlit Cloud.</a:t>
            </a:r>
          </a:p>
        </p:txBody>
      </p:sp>
      <p:sp>
        <p:nvSpPr>
          <p:cNvPr id="4" name="Slide Number Placeholder 3"/>
          <p:cNvSpPr>
            <a:spLocks noGrp="1"/>
          </p:cNvSpPr>
          <p:nvPr>
            <p:ph type="sldNum" sz="quarter" idx="5"/>
          </p:nvPr>
        </p:nvSpPr>
        <p:spPr/>
        <p:txBody>
          <a:bodyPr/>
          <a:lstStyle/>
          <a:p>
            <a:fld id="{DA56295F-F049-4B18-A32B-ACF81A4CAE3F}" type="slidenum">
              <a:t>9</a:t>
            </a:fld>
            <a:endParaRPr lang="en-US"/>
          </a:p>
        </p:txBody>
      </p:sp>
    </p:spTree>
    <p:extLst>
      <p:ext uri="{BB962C8B-B14F-4D97-AF65-F5344CB8AC3E}">
        <p14:creationId xmlns:p14="http://schemas.microsoft.com/office/powerpoint/2010/main" val="17854279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Key Observations from Data Analysis</a:t>
            </a:r>
          </a:p>
        </p:txBody>
      </p:sp>
      <p:sp>
        <p:nvSpPr>
          <p:cNvPr id="4" name="Slide Number Placeholder 3"/>
          <p:cNvSpPr>
            <a:spLocks noGrp="1"/>
          </p:cNvSpPr>
          <p:nvPr>
            <p:ph type="sldNum" sz="quarter" idx="5"/>
          </p:nvPr>
        </p:nvSpPr>
        <p:spPr/>
        <p:txBody>
          <a:bodyPr/>
          <a:lstStyle/>
          <a:p>
            <a:fld id="{DA56295F-F049-4B18-A32B-ACF81A4CAE3F}" type="slidenum">
              <a:t>10</a:t>
            </a:fld>
            <a:endParaRPr lang="en-US"/>
          </a:p>
        </p:txBody>
      </p:sp>
    </p:spTree>
    <p:extLst>
      <p:ext uri="{BB962C8B-B14F-4D97-AF65-F5344CB8AC3E}">
        <p14:creationId xmlns:p14="http://schemas.microsoft.com/office/powerpoint/2010/main" val="245299006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Exploratory Data Analysis revealed several critical insights into factors influencing landing success. Orbits such as ES-L1, GEO, HEO, and SSO exhibited the highest success rates, indicating that orbit type plays a significant role in landing outcomes. The maximum payload carried by Falcon 9 was recorded at 3726 kg, suggesting that payload mass is another influential factor. Additionally, NASA emerged as a major client, accounting for 32 launches, highlighting the importance of institutional partnerships in mission planning. Visualizations created using Seaborn and Matplotlib illustrated these trends, while Folium maps provided a geographic perspective on launch sites and landing results, with green markers representing successful landings and red markers indicating failures. These insights informed feature selection and model development, ensuring that the predictive model captures the most relevant variables.</a:t>
            </a:r>
          </a:p>
        </p:txBody>
      </p:sp>
      <p:sp>
        <p:nvSpPr>
          <p:cNvPr id="4" name="Slide Number Placeholder 3"/>
          <p:cNvSpPr>
            <a:spLocks noGrp="1"/>
          </p:cNvSpPr>
          <p:nvPr>
            <p:ph type="sldNum" sz="quarter" idx="5"/>
          </p:nvPr>
        </p:nvSpPr>
        <p:spPr/>
        <p:txBody>
          <a:bodyPr/>
          <a:lstStyle/>
          <a:p>
            <a:fld id="{DA56295F-F049-4B18-A32B-ACF81A4CAE3F}" type="slidenum">
              <a:t>11</a:t>
            </a:fld>
            <a:endParaRPr lang="en-US"/>
          </a:p>
        </p:txBody>
      </p:sp>
    </p:spTree>
    <p:extLst>
      <p:ext uri="{BB962C8B-B14F-4D97-AF65-F5344CB8AC3E}">
        <p14:creationId xmlns:p14="http://schemas.microsoft.com/office/powerpoint/2010/main" val="387494536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Algorithm Selection and Performance</a:t>
            </a:r>
          </a:p>
        </p:txBody>
      </p:sp>
      <p:sp>
        <p:nvSpPr>
          <p:cNvPr id="4" name="Slide Number Placeholder 3"/>
          <p:cNvSpPr>
            <a:spLocks noGrp="1"/>
          </p:cNvSpPr>
          <p:nvPr>
            <p:ph type="sldNum" sz="quarter" idx="5"/>
          </p:nvPr>
        </p:nvSpPr>
        <p:spPr/>
        <p:txBody>
          <a:bodyPr/>
          <a:lstStyle/>
          <a:p>
            <a:fld id="{DA56295F-F049-4B18-A32B-ACF81A4CAE3F}" type="slidenum">
              <a:t>12</a:t>
            </a:fld>
            <a:endParaRPr lang="en-US"/>
          </a:p>
        </p:txBody>
      </p:sp>
    </p:spTree>
    <p:extLst>
      <p:ext uri="{BB962C8B-B14F-4D97-AF65-F5344CB8AC3E}">
        <p14:creationId xmlns:p14="http://schemas.microsoft.com/office/powerpoint/2010/main" val="395225738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Model development involved testing multiple classification algorithms, including Logistic Regression, Support Vector Classifier (SVC), Decision Tree, and K-Nearest Neighbors (KNN). After rigorous evaluation, Logistic Regression was chosen as the best-performing model due to its high accuracy and interpretability. Hyperparameter tuning was conducted using GridSearchCV, optimizing parameters such as C = 0.01, penalty = 'l2', and solver = 'lbfgs'. The tuned model achieved an impressive R² score of 0.94, validated through 5-fold cross-validation. This performance indicates strong predictive capability and robustness, making Logistic Regression ideal for deployment. The model's simplicity and efficiency further enhance its suitability for real-time applications, ensuring reliable predictions for mission planning and cost estimation.</a:t>
            </a:r>
          </a:p>
        </p:txBody>
      </p:sp>
      <p:sp>
        <p:nvSpPr>
          <p:cNvPr id="4" name="Slide Number Placeholder 3"/>
          <p:cNvSpPr>
            <a:spLocks noGrp="1"/>
          </p:cNvSpPr>
          <p:nvPr>
            <p:ph type="sldNum" sz="quarter" idx="5"/>
          </p:nvPr>
        </p:nvSpPr>
        <p:spPr/>
        <p:txBody>
          <a:bodyPr/>
          <a:lstStyle/>
          <a:p>
            <a:fld id="{DA56295F-F049-4B18-A32B-ACF81A4CAE3F}" type="slidenum">
              <a:t>13</a:t>
            </a:fld>
            <a:endParaRPr lang="en-US"/>
          </a:p>
        </p:txBody>
      </p:sp>
    </p:spTree>
    <p:extLst>
      <p:ext uri="{BB962C8B-B14F-4D97-AF65-F5344CB8AC3E}">
        <p14:creationId xmlns:p14="http://schemas.microsoft.com/office/powerpoint/2010/main" val="74029133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Evaluation of Tested Models</a:t>
            </a:r>
          </a:p>
        </p:txBody>
      </p:sp>
      <p:sp>
        <p:nvSpPr>
          <p:cNvPr id="4" name="Slide Number Placeholder 3"/>
          <p:cNvSpPr>
            <a:spLocks noGrp="1"/>
          </p:cNvSpPr>
          <p:nvPr>
            <p:ph type="sldNum" sz="quarter" idx="5"/>
          </p:nvPr>
        </p:nvSpPr>
        <p:spPr/>
        <p:txBody>
          <a:bodyPr/>
          <a:lstStyle/>
          <a:p>
            <a:fld id="{DA56295F-F049-4B18-A32B-ACF81A4CAE3F}" type="slidenum">
              <a:t>14</a:t>
            </a:fld>
            <a:endParaRPr lang="en-US"/>
          </a:p>
        </p:txBody>
      </p:sp>
    </p:spTree>
    <p:extLst>
      <p:ext uri="{BB962C8B-B14F-4D97-AF65-F5344CB8AC3E}">
        <p14:creationId xmlns:p14="http://schemas.microsoft.com/office/powerpoint/2010/main" val="60595050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Several models were evaluated to identify the most effective approach for predicting landing success. Logistic Regression outperformed SVC, Decision Tree, and KNN in terms of accuracy and consistency. While SVC and Decision Tree provided moderate performance, they lacked the interpretability and efficiency offered by Logistic Regression. KNN showed lower accuracy, making it unsuitable for this application. Evaluation metrics included accuracy scores, confusion matrices, and cross-validation results. The comparison underscores the importance of selecting a model that balances predictive power with operational simplicity, ensuring reliable and actionable insights for stakeholders.</a:t>
            </a:r>
          </a:p>
        </p:txBody>
      </p:sp>
      <p:sp>
        <p:nvSpPr>
          <p:cNvPr id="4" name="Slide Number Placeholder 3"/>
          <p:cNvSpPr>
            <a:spLocks noGrp="1"/>
          </p:cNvSpPr>
          <p:nvPr>
            <p:ph type="sldNum" sz="quarter" idx="5"/>
          </p:nvPr>
        </p:nvSpPr>
        <p:spPr/>
        <p:txBody>
          <a:bodyPr/>
          <a:lstStyle/>
          <a:p>
            <a:fld id="{DA56295F-F049-4B18-A32B-ACF81A4CAE3F}" type="slidenum">
              <a:t>15</a:t>
            </a:fld>
            <a:endParaRPr lang="en-US"/>
          </a:p>
        </p:txBody>
      </p:sp>
    </p:spTree>
    <p:extLst>
      <p:ext uri="{BB962C8B-B14F-4D97-AF65-F5344CB8AC3E}">
        <p14:creationId xmlns:p14="http://schemas.microsoft.com/office/powerpoint/2010/main" val="37872687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Interactive Application and Hosting</a:t>
            </a:r>
          </a:p>
        </p:txBody>
      </p:sp>
      <p:sp>
        <p:nvSpPr>
          <p:cNvPr id="4" name="Slide Number Placeholder 3"/>
          <p:cNvSpPr>
            <a:spLocks noGrp="1"/>
          </p:cNvSpPr>
          <p:nvPr>
            <p:ph type="sldNum" sz="quarter" idx="5"/>
          </p:nvPr>
        </p:nvSpPr>
        <p:spPr/>
        <p:txBody>
          <a:bodyPr/>
          <a:lstStyle/>
          <a:p>
            <a:fld id="{DA56295F-F049-4B18-A32B-ACF81A4CAE3F}" type="slidenum">
              <a:t>16</a:t>
            </a:fld>
            <a:endParaRPr lang="en-US"/>
          </a:p>
        </p:txBody>
      </p:sp>
    </p:spTree>
    <p:extLst>
      <p:ext uri="{BB962C8B-B14F-4D97-AF65-F5344CB8AC3E}">
        <p14:creationId xmlns:p14="http://schemas.microsoft.com/office/powerpoint/2010/main" val="319537910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final model was deployed as an interactive web application using Streamlit, providing users with real-time predictions based on mission parameters. The model was serialized using joblib and stored as a .pkl file for efficient loading. The application code was maintained in a GitHub repository, ensuring version control and collaboration. Hosting was implemented on Streamlit Cloud, enabling easy access for stakeholders and decision-makers. This deployment strategy ensures that predictive insights are readily available, supporting mission planning and cost estimation in a user-friendly format.</a:t>
            </a:r>
          </a:p>
        </p:txBody>
      </p:sp>
      <p:sp>
        <p:nvSpPr>
          <p:cNvPr id="4" name="Slide Number Placeholder 3"/>
          <p:cNvSpPr>
            <a:spLocks noGrp="1"/>
          </p:cNvSpPr>
          <p:nvPr>
            <p:ph type="sldNum" sz="quarter" idx="5"/>
          </p:nvPr>
        </p:nvSpPr>
        <p:spPr/>
        <p:txBody>
          <a:bodyPr/>
          <a:lstStyle/>
          <a:p>
            <a:fld id="{DA56295F-F049-4B18-A32B-ACF81A4CAE3F}" type="slidenum">
              <a:t>17</a:t>
            </a:fld>
            <a:endParaRPr lang="en-US"/>
          </a:p>
        </p:txBody>
      </p:sp>
    </p:spTree>
    <p:extLst>
      <p:ext uri="{BB962C8B-B14F-4D97-AF65-F5344CB8AC3E}">
        <p14:creationId xmlns:p14="http://schemas.microsoft.com/office/powerpoint/2010/main" val="296217953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Insights Driving Strategic Decisions</a:t>
            </a:r>
          </a:p>
        </p:txBody>
      </p:sp>
      <p:sp>
        <p:nvSpPr>
          <p:cNvPr id="4" name="Slide Number Placeholder 3"/>
          <p:cNvSpPr>
            <a:spLocks noGrp="1"/>
          </p:cNvSpPr>
          <p:nvPr>
            <p:ph type="sldNum" sz="quarter" idx="5"/>
          </p:nvPr>
        </p:nvSpPr>
        <p:spPr/>
        <p:txBody>
          <a:bodyPr/>
          <a:lstStyle/>
          <a:p>
            <a:fld id="{DA56295F-F049-4B18-A32B-ACF81A4CAE3F}" type="slidenum">
              <a:t>18</a:t>
            </a:fld>
            <a:endParaRPr lang="en-US"/>
          </a:p>
        </p:txBody>
      </p:sp>
    </p:spTree>
    <p:extLst>
      <p:ext uri="{BB962C8B-B14F-4D97-AF65-F5344CB8AC3E}">
        <p14:creationId xmlns:p14="http://schemas.microsoft.com/office/powerpoint/2010/main" val="383869427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analysis yielded several key findings that inform strategic decision-making. Orbit type and payload mass emerged as the most significant factors influencing landing success, guiding mission design and resource allocation. Logistic Regression demonstrated exceptional predictive performance, validating its suitability for operational deployment. Additionally, NASA's dominance as a client underscores the importance of institutional partnerships in sustaining launch frequency and revenue streams. These insights enable stakeholders to optimize mission planning, reduce costs, and enhance competitiveness in the rapidly evolving space industry.</a:t>
            </a:r>
          </a:p>
        </p:txBody>
      </p:sp>
      <p:sp>
        <p:nvSpPr>
          <p:cNvPr id="4" name="Slide Number Placeholder 3"/>
          <p:cNvSpPr>
            <a:spLocks noGrp="1"/>
          </p:cNvSpPr>
          <p:nvPr>
            <p:ph type="sldNum" sz="quarter" idx="5"/>
          </p:nvPr>
        </p:nvSpPr>
        <p:spPr/>
        <p:txBody>
          <a:bodyPr/>
          <a:lstStyle/>
          <a:p>
            <a:fld id="{DA56295F-F049-4B18-A32B-ACF81A4CAE3F}" type="slidenum">
              <a:t>19</a:t>
            </a:fld>
            <a:endParaRPr lang="en-US"/>
          </a:p>
        </p:txBody>
      </p:sp>
    </p:spTree>
    <p:extLst>
      <p:ext uri="{BB962C8B-B14F-4D97-AF65-F5344CB8AC3E}">
        <p14:creationId xmlns:p14="http://schemas.microsoft.com/office/powerpoint/2010/main" val="312581129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Summary and Next Steps</a:t>
            </a:r>
          </a:p>
        </p:txBody>
      </p:sp>
      <p:sp>
        <p:nvSpPr>
          <p:cNvPr id="4" name="Slide Number Placeholder 3"/>
          <p:cNvSpPr>
            <a:spLocks noGrp="1"/>
          </p:cNvSpPr>
          <p:nvPr>
            <p:ph type="sldNum" sz="quarter" idx="5"/>
          </p:nvPr>
        </p:nvSpPr>
        <p:spPr/>
        <p:txBody>
          <a:bodyPr/>
          <a:lstStyle/>
          <a:p>
            <a:fld id="{DA56295F-F049-4B18-A32B-ACF81A4CAE3F}" type="slidenum">
              <a:t>20</a:t>
            </a:fld>
            <a:endParaRPr lang="en-US"/>
          </a:p>
        </p:txBody>
      </p:sp>
    </p:spTree>
    <p:extLst>
      <p:ext uri="{BB962C8B-B14F-4D97-AF65-F5344CB8AC3E}">
        <p14:creationId xmlns:p14="http://schemas.microsoft.com/office/powerpoint/2010/main" val="293120015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project successfully developed and deployed a predictive model for Falcon 9 first stage landing success, achieving an R² score of 0.94 with Logistic Regression. This capability provides valuable insights for cost estimation and mission planning, reinforcing the strategic advantage of reusability in space missions. Future enhancements include incorporating additional features such as weather data, exploring advanced algorithms like XGBoost and neural networks, and integrating real-time mission data for dynamic predictions. These improvements will further refine predictive accuracy and operational utility, ensuring continued innovation and competitiveness in the aerospace sector.</a:t>
            </a:r>
          </a:p>
        </p:txBody>
      </p:sp>
      <p:sp>
        <p:nvSpPr>
          <p:cNvPr id="4" name="Slide Number Placeholder 3"/>
          <p:cNvSpPr>
            <a:spLocks noGrp="1"/>
          </p:cNvSpPr>
          <p:nvPr>
            <p:ph type="sldNum" sz="quarter" idx="5"/>
          </p:nvPr>
        </p:nvSpPr>
        <p:spPr/>
        <p:txBody>
          <a:bodyPr/>
          <a:lstStyle/>
          <a:p>
            <a:fld id="{DA56295F-F049-4B18-A32B-ACF81A4CAE3F}" type="slidenum">
              <a:t>21</a:t>
            </a:fld>
            <a:endParaRPr lang="en-US"/>
          </a:p>
        </p:txBody>
      </p:sp>
    </p:spTree>
    <p:extLst>
      <p:ext uri="{BB962C8B-B14F-4D97-AF65-F5344CB8AC3E}">
        <p14:creationId xmlns:p14="http://schemas.microsoft.com/office/powerpoint/2010/main" val="428374204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Technical Details and Tools</a:t>
            </a:r>
          </a:p>
        </p:txBody>
      </p:sp>
      <p:sp>
        <p:nvSpPr>
          <p:cNvPr id="4" name="Slide Number Placeholder 3"/>
          <p:cNvSpPr>
            <a:spLocks noGrp="1"/>
          </p:cNvSpPr>
          <p:nvPr>
            <p:ph type="sldNum" sz="quarter" idx="5"/>
          </p:nvPr>
        </p:nvSpPr>
        <p:spPr/>
        <p:txBody>
          <a:bodyPr/>
          <a:lstStyle/>
          <a:p>
            <a:fld id="{DA56295F-F049-4B18-A32B-ACF81A4CAE3F}" type="slidenum">
              <a:t>22</a:t>
            </a:fld>
            <a:endParaRPr lang="en-US"/>
          </a:p>
        </p:txBody>
      </p:sp>
    </p:spTree>
    <p:extLst>
      <p:ext uri="{BB962C8B-B14F-4D97-AF65-F5344CB8AC3E}">
        <p14:creationId xmlns:p14="http://schemas.microsoft.com/office/powerpoint/2010/main" val="419848696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project utilized a comprehensive tech stack to ensure robust data processing and model development. Languages and libraries included Python, Pandas, NumPy, BeautifulSoup, Matplotlib, Seaborn, Folium, and Scikit-learn. Streamlit was employed for application development, with hosting on Streamlit Cloud for accessibility. Tools such as Google Colab and GitHub facilitated coding, collaboration, and deployment. Evaluation metrics comprised R² score, accuracy, confusion matrix, and cross-validation, ensuring rigorous model assessment. This appendix provides a detailed overview of the technical components underpinning the project's success.</a:t>
            </a:r>
          </a:p>
        </p:txBody>
      </p:sp>
      <p:sp>
        <p:nvSpPr>
          <p:cNvPr id="4" name="Slide Number Placeholder 3"/>
          <p:cNvSpPr>
            <a:spLocks noGrp="1"/>
          </p:cNvSpPr>
          <p:nvPr>
            <p:ph type="sldNum" sz="quarter" idx="5"/>
          </p:nvPr>
        </p:nvSpPr>
        <p:spPr/>
        <p:txBody>
          <a:bodyPr/>
          <a:lstStyle/>
          <a:p>
            <a:fld id="{DA56295F-F049-4B18-A32B-ACF81A4CAE3F}" type="slidenum">
              <a:t>23</a:t>
            </a:fld>
            <a:endParaRPr lang="en-US"/>
          </a:p>
        </p:txBody>
      </p:sp>
    </p:spTree>
    <p:extLst>
      <p:ext uri="{BB962C8B-B14F-4D97-AF65-F5344CB8AC3E}">
        <p14:creationId xmlns:p14="http://schemas.microsoft.com/office/powerpoint/2010/main" val="361553886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with Picture">
    <p:spTree>
      <p:nvGrpSpPr>
        <p:cNvPr id="1" name=""/>
        <p:cNvGrpSpPr/>
        <p:nvPr/>
      </p:nvGrpSpPr>
      <p:grpSpPr>
        <a:xfrm>
          <a:off x="0" y="0"/>
          <a:ext cx="0" cy="0"/>
          <a:chOff x="0" y="0"/>
          <a:chExt cx="0" cy="0"/>
        </a:xfrm>
      </p:grpSpPr>
      <p:sp useBgFill="1">
        <p:nvSpPr>
          <p:cNvPr id="4" name="Rectangle 3">
            <a:extLst>
              <a:ext uri="{FF2B5EF4-FFF2-40B4-BE49-F238E27FC236}">
                <a16:creationId xmlns:a16="http://schemas.microsoft.com/office/drawing/2014/main" id="{7FFB9803-9D1D-4898-AAE2-D2FBD12BA93E}"/>
              </a:ext>
              <a:ext uri="{C183D7F6-B498-43B3-948B-1728B52AA6E4}">
                <adec:decorative xmlns:adec="http://schemas.microsoft.com/office/drawing/2017/decorative" val="1"/>
              </a:ext>
            </a:extLst>
          </p:cNvPr>
          <p:cNvSpPr/>
          <p:nvPr/>
        </p:nvSpPr>
        <p:spPr>
          <a:xfrm>
            <a:off x="1" y="0"/>
            <a:ext cx="12191999" cy="4939393"/>
          </a:xfrm>
          <a:prstGeom prst="rect">
            <a:avLst/>
          </a:prstGeom>
          <a:ln>
            <a:noFill/>
          </a:ln>
          <a:effectLst>
            <a:outerShdw blurRad="292100" dist="63500" dir="5400000" sx="96000" sy="96000" algn="t" rotWithShape="0">
              <a:srgbClr val="000000">
                <a:alpha val="48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57199" y="5121129"/>
            <a:ext cx="11277604" cy="786384"/>
          </a:xfrm>
        </p:spPr>
        <p:txBody>
          <a:bodyPr vert="horz" lIns="91440" tIns="45720" rIns="91440" bIns="45720" rtlCol="0" anchor="b">
            <a:normAutofit/>
          </a:bodyPr>
          <a:lstStyle>
            <a:lvl1pPr>
              <a:defRPr lang="en-US" sz="3600" dirty="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57198" y="5915481"/>
            <a:ext cx="11277603" cy="480373"/>
          </a:xfrm>
        </p:spPr>
        <p:txBody>
          <a:bodyPr vert="horz" lIns="91440" tIns="45720" rIns="91440" bIns="45720" rtlCol="0">
            <a:normAutofit/>
          </a:bodyPr>
          <a:lstStyle>
            <a:lvl1pPr marL="0" indent="0">
              <a:buNone/>
              <a:defRPr lang="en-US" sz="1800" dirty="0"/>
            </a:lvl1pPr>
          </a:lstStyle>
          <a:p>
            <a:pPr lvl="0"/>
            <a:r>
              <a:rPr lang="en-US"/>
              <a:t>Click to edit Master subtitle style</a:t>
            </a:r>
            <a:endParaRPr lang="en-US" dirty="0"/>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1" y="0"/>
            <a:ext cx="12191999" cy="4944351"/>
          </a:xfrm>
          <a:blipFill dpi="0" rotWithShape="1">
            <a:blip r:embed="rId2">
              <a:alphaModFix amt="70000"/>
            </a:blip>
            <a:srcRect/>
            <a:stretch>
              <a:fillRect/>
            </a:stretch>
          </a:blipFill>
        </p:spPr>
        <p:txBody>
          <a:bodyPr/>
          <a:lstStyle>
            <a:lvl1pPr marL="0" indent="0">
              <a:buNone/>
              <a:defRPr/>
            </a:lvl1pPr>
          </a:lstStyle>
          <a:p>
            <a:r>
              <a:rPr lang="en-US" dirty="0"/>
              <a:t> </a:t>
            </a:r>
          </a:p>
        </p:txBody>
      </p:sp>
      <p:sp>
        <p:nvSpPr>
          <p:cNvPr id="7" name="Date Placeholder 6">
            <a:extLst>
              <a:ext uri="{FF2B5EF4-FFF2-40B4-BE49-F238E27FC236}">
                <a16:creationId xmlns:a16="http://schemas.microsoft.com/office/drawing/2014/main" id="{1AA6C9C7-A264-237A-7F3C-46E6A7A9646D}"/>
              </a:ext>
            </a:extLst>
          </p:cNvPr>
          <p:cNvSpPr>
            <a:spLocks noGrp="1"/>
          </p:cNvSpPr>
          <p:nvPr>
            <p:ph type="dt" sz="half" idx="14"/>
          </p:nvPr>
        </p:nvSpPr>
        <p:spPr/>
        <p:txBody>
          <a:bodyPr/>
          <a:lstStyle/>
          <a:p>
            <a:fld id="{DC81B6CB-43CE-466F-88A9-8B8F4CFE8975}" type="datetime1">
              <a:rPr lang="en-US" smtClean="0"/>
              <a:t>11/19/2025</a:t>
            </a:fld>
            <a:endParaRPr lang="en-US"/>
          </a:p>
        </p:txBody>
      </p:sp>
      <p:sp>
        <p:nvSpPr>
          <p:cNvPr id="8" name="Footer Placeholder 7">
            <a:extLst>
              <a:ext uri="{FF2B5EF4-FFF2-40B4-BE49-F238E27FC236}">
                <a16:creationId xmlns:a16="http://schemas.microsoft.com/office/drawing/2014/main" id="{1B5B8C48-05E9-5280-3F6A-22F8BCBB477E}"/>
              </a:ext>
            </a:extLst>
          </p:cNvPr>
          <p:cNvSpPr>
            <a:spLocks noGrp="1"/>
          </p:cNvSpPr>
          <p:nvPr>
            <p:ph type="ftr" sz="quarter" idx="15"/>
          </p:nvPr>
        </p:nvSpPr>
        <p:spPr/>
        <p:txBody>
          <a:bodyPr/>
          <a:lstStyle/>
          <a:p>
            <a:r>
              <a:rPr lang="en-US"/>
              <a:t>Sample Footer Text</a:t>
            </a:r>
          </a:p>
        </p:txBody>
      </p:sp>
      <p:sp>
        <p:nvSpPr>
          <p:cNvPr id="9" name="Slide Number Placeholder 8">
            <a:extLst>
              <a:ext uri="{FF2B5EF4-FFF2-40B4-BE49-F238E27FC236}">
                <a16:creationId xmlns:a16="http://schemas.microsoft.com/office/drawing/2014/main" id="{47BC820F-C031-6832-5CA0-B972903E0D5F}"/>
              </a:ext>
            </a:extLst>
          </p:cNvPr>
          <p:cNvSpPr>
            <a:spLocks noGrp="1"/>
          </p:cNvSpPr>
          <p:nvPr>
            <p:ph type="sldNum" sz="quarter" idx="16"/>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40176852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57200" y="457201"/>
            <a:ext cx="10809026" cy="971006"/>
          </a:xfrm>
        </p:spPr>
        <p:txBody>
          <a:bodyPr anchor="b"/>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E08FB5FE-74B1-47DA-9CAE-F43A0B55E4F1}" type="datetime1">
              <a:rPr lang="en-US" smtClean="0"/>
              <a:t>11/19/2025</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1312030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with Picture 2">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D503EC21-D784-9EDB-F275-60428E050E28}"/>
              </a:ext>
              <a:ext uri="{C183D7F6-B498-43B3-948B-1728B52AA6E4}">
                <adec:decorative xmlns:adec="http://schemas.microsoft.com/office/drawing/2017/decorative" val="1"/>
              </a:ext>
            </a:extLst>
          </p:cNvPr>
          <p:cNvSpPr/>
          <p:nvPr/>
        </p:nvSpPr>
        <p:spPr>
          <a:xfrm>
            <a:off x="1" y="0"/>
            <a:ext cx="12191999" cy="4939393"/>
          </a:xfrm>
          <a:prstGeom prst="rect">
            <a:avLst/>
          </a:prstGeom>
          <a:ln>
            <a:noFill/>
          </a:ln>
          <a:effectLst>
            <a:outerShdw blurRad="304800" dist="50800" dir="5400000" sx="96000" sy="96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7" name="Rectangle 6">
            <a:extLst>
              <a:ext uri="{FF2B5EF4-FFF2-40B4-BE49-F238E27FC236}">
                <a16:creationId xmlns:a16="http://schemas.microsoft.com/office/drawing/2014/main" id="{85AEA52D-0CD6-21E0-5777-2F16DC4C910A}"/>
              </a:ext>
              <a:ext uri="{C183D7F6-B498-43B3-948B-1728B52AA6E4}">
                <adec:decorative xmlns:adec="http://schemas.microsoft.com/office/drawing/2017/decorative" val="1"/>
              </a:ext>
            </a:extLst>
          </p:cNvPr>
          <p:cNvSpPr/>
          <p:nvPr/>
        </p:nvSpPr>
        <p:spPr>
          <a:xfrm>
            <a:off x="15767" y="0"/>
            <a:ext cx="6584949" cy="6858000"/>
          </a:xfrm>
          <a:prstGeom prst="rect">
            <a:avLst/>
          </a:prstGeom>
          <a:ln>
            <a:noFill/>
          </a:ln>
          <a:effectLst>
            <a:outerShdw blurRad="457200" dist="76200" sx="96000" sy="96000" algn="t" rotWithShape="0">
              <a:srgbClr val="000000">
                <a:alpha val="13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168896" y="555706"/>
            <a:ext cx="4361688" cy="4049084"/>
          </a:xfrm>
        </p:spPr>
        <p:txBody>
          <a:bodyPr vert="horz" lIns="91440" tIns="45720" rIns="91440" bIns="45720" rtlCol="0" anchor="t">
            <a:normAutofit/>
          </a:bodyPr>
          <a:lstStyle>
            <a:lvl1pPr>
              <a:defRPr lang="en-US" sz="4800" dirty="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168896" y="5298623"/>
            <a:ext cx="4371463" cy="971015"/>
          </a:xfrm>
        </p:spPr>
        <p:txBody>
          <a:bodyPr vert="horz" lIns="91440" tIns="45720" rIns="91440" bIns="45720" rtlCol="0" anchor="ctr">
            <a:normAutofit/>
          </a:bodyPr>
          <a:lstStyle>
            <a:lvl1pPr marL="0" indent="0">
              <a:buNone/>
              <a:defRPr lang="en-US" sz="2000"/>
            </a:lvl1pPr>
          </a:lstStyle>
          <a:p>
            <a:pPr lvl="0"/>
            <a:r>
              <a:rPr lang="en-US"/>
              <a:t>Click to edit Master subtitle style</a:t>
            </a:r>
            <a:endParaRPr lang="en-US" dirty="0"/>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15766" y="0"/>
            <a:ext cx="6663325" cy="6858000"/>
          </a:xfrm>
          <a:blipFill dpi="0" rotWithShape="1">
            <a:blip r:embed="rId2">
              <a:alphaModFix amt="70000"/>
            </a:blip>
            <a:srcRect/>
            <a:stretch>
              <a:fillRect/>
            </a:stretch>
          </a:blipFill>
        </p:spPr>
        <p:txBody>
          <a:bodyPr/>
          <a:lstStyle>
            <a:lvl1pPr marL="0" indent="0">
              <a:buNone/>
              <a:defRPr/>
            </a:lvl1pPr>
          </a:lstStyle>
          <a:p>
            <a:r>
              <a:rPr lang="en-US" dirty="0"/>
              <a:t> </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7168895" y="6397585"/>
            <a:ext cx="1707625" cy="365125"/>
          </a:xfrm>
        </p:spPr>
        <p:txBody>
          <a:bodyPr/>
          <a:lstStyle>
            <a:lvl1pPr>
              <a:defRPr>
                <a:solidFill>
                  <a:schemeClr val="tx1"/>
                </a:solidFill>
                <a:effectLst/>
              </a:defRPr>
            </a:lvl1pPr>
          </a:lstStyle>
          <a:p>
            <a:fld id="{29891205-2E48-438F-8E2D-D4AB8C3C065A}" type="datetime1">
              <a:rPr lang="en-US" smtClean="0"/>
              <a:t>11/19/2025</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28875110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with Picture 3">
    <p:spTree>
      <p:nvGrpSpPr>
        <p:cNvPr id="1" name=""/>
        <p:cNvGrpSpPr/>
        <p:nvPr/>
      </p:nvGrpSpPr>
      <p:grpSpPr>
        <a:xfrm>
          <a:off x="0" y="0"/>
          <a:ext cx="0" cy="0"/>
          <a:chOff x="0" y="0"/>
          <a:chExt cx="0" cy="0"/>
        </a:xfrm>
      </p:grpSpPr>
      <p:sp useBgFill="1">
        <p:nvSpPr>
          <p:cNvPr id="4" name="Rectangle 3">
            <a:extLst>
              <a:ext uri="{FF2B5EF4-FFF2-40B4-BE49-F238E27FC236}">
                <a16:creationId xmlns:a16="http://schemas.microsoft.com/office/drawing/2014/main" id="{49B523C6-1C5C-6DE8-4A3F-21360DF86013}"/>
              </a:ext>
              <a:ext uri="{C183D7F6-B498-43B3-948B-1728B52AA6E4}">
                <adec:decorative xmlns:adec="http://schemas.microsoft.com/office/drawing/2017/decorative" val="1"/>
              </a:ext>
            </a:extLst>
          </p:cNvPr>
          <p:cNvSpPr/>
          <p:nvPr/>
        </p:nvSpPr>
        <p:spPr>
          <a:xfrm>
            <a:off x="2" y="0"/>
            <a:ext cx="5059528" cy="4939393"/>
          </a:xfrm>
          <a:prstGeom prst="rect">
            <a:avLst/>
          </a:prstGeom>
          <a:ln>
            <a:noFill/>
          </a:ln>
          <a:effectLst>
            <a:outerShdw blurRad="304800" dist="50800" dir="5400000" sx="96000" sy="96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57200" y="457200"/>
            <a:ext cx="4025153" cy="3739896"/>
          </a:xfrm>
        </p:spPr>
        <p:txBody>
          <a:bodyPr vert="horz" lIns="91440" tIns="45720" rIns="91440" bIns="45720" rtlCol="0" anchor="t">
            <a:normAutofit/>
          </a:bodyPr>
          <a:lstStyle>
            <a:lvl1pPr>
              <a:defRPr lang="en-US" sz="4400" dirty="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57200" y="5332780"/>
            <a:ext cx="4025153" cy="1016813"/>
          </a:xfrm>
        </p:spPr>
        <p:txBody>
          <a:bodyPr vert="horz" lIns="91440" tIns="45720" rIns="91440" bIns="45720" rtlCol="0" anchor="ctr">
            <a:normAutofit/>
          </a:bodyPr>
          <a:lstStyle>
            <a:lvl1pPr marL="0" indent="0">
              <a:buNone/>
              <a:defRPr lang="en-US" sz="2000" dirty="0"/>
            </a:lvl1pPr>
          </a:lstStyle>
          <a:p>
            <a:pPr lvl="0"/>
            <a:r>
              <a:rPr lang="en-US"/>
              <a:t>Click to edit Master subtitle style</a:t>
            </a:r>
            <a:endParaRPr lang="en-US" dirty="0"/>
          </a:p>
        </p:txBody>
      </p:sp>
      <p:sp>
        <p:nvSpPr>
          <p:cNvPr id="7" name="Date Placeholder 6">
            <a:extLst>
              <a:ext uri="{FF2B5EF4-FFF2-40B4-BE49-F238E27FC236}">
                <a16:creationId xmlns:a16="http://schemas.microsoft.com/office/drawing/2014/main" id="{F991F941-2D53-CC10-7947-62237A245FE0}"/>
              </a:ext>
            </a:extLst>
          </p:cNvPr>
          <p:cNvSpPr>
            <a:spLocks noGrp="1"/>
          </p:cNvSpPr>
          <p:nvPr>
            <p:ph type="dt" sz="half" idx="14"/>
          </p:nvPr>
        </p:nvSpPr>
        <p:spPr>
          <a:xfrm>
            <a:off x="457200" y="6396802"/>
            <a:ext cx="1631737" cy="365125"/>
          </a:xfrm>
        </p:spPr>
        <p:txBody>
          <a:bodyPr/>
          <a:lstStyle/>
          <a:p>
            <a:fld id="{D5F03827-1D21-4134-AE54-D5524D64DCEC}" type="datetime1">
              <a:rPr lang="en-US" smtClean="0"/>
              <a:t>11/19/2025</a:t>
            </a:fld>
            <a:endParaRPr lang="en-US"/>
          </a:p>
        </p:txBody>
      </p:sp>
      <p:sp>
        <p:nvSpPr>
          <p:cNvPr id="8" name="Footer Placeholder 7">
            <a:extLst>
              <a:ext uri="{FF2B5EF4-FFF2-40B4-BE49-F238E27FC236}">
                <a16:creationId xmlns:a16="http://schemas.microsoft.com/office/drawing/2014/main" id="{9A6E6A4C-6C55-068A-43AA-78DB4D1D643B}"/>
              </a:ext>
            </a:extLst>
          </p:cNvPr>
          <p:cNvSpPr>
            <a:spLocks noGrp="1"/>
          </p:cNvSpPr>
          <p:nvPr>
            <p:ph type="ftr" sz="quarter" idx="15"/>
          </p:nvPr>
        </p:nvSpPr>
        <p:spPr>
          <a:xfrm>
            <a:off x="1963428" y="6396802"/>
            <a:ext cx="2540857" cy="365125"/>
          </a:xfrm>
        </p:spPr>
        <p:txBody>
          <a:bodyPr/>
          <a:lstStyle/>
          <a:p>
            <a:r>
              <a:rPr lang="en-US"/>
              <a:t>Sample Footer Text</a:t>
            </a:r>
          </a:p>
        </p:txBody>
      </p:sp>
      <p:sp>
        <p:nvSpPr>
          <p:cNvPr id="9" name="Slide Number Placeholder 8">
            <a:extLst>
              <a:ext uri="{FF2B5EF4-FFF2-40B4-BE49-F238E27FC236}">
                <a16:creationId xmlns:a16="http://schemas.microsoft.com/office/drawing/2014/main" id="{C1A2CCFF-14A7-08A8-4465-732CD8928728}"/>
              </a:ext>
            </a:extLst>
          </p:cNvPr>
          <p:cNvSpPr>
            <a:spLocks noGrp="1"/>
          </p:cNvSpPr>
          <p:nvPr>
            <p:ph type="sldNum" sz="quarter" idx="16"/>
          </p:nvPr>
        </p:nvSpPr>
        <p:spPr>
          <a:xfrm>
            <a:off x="4519970" y="6396802"/>
            <a:ext cx="539560" cy="365125"/>
          </a:xfrm>
        </p:spPr>
        <p:txBody>
          <a:bodyPr/>
          <a:lstStyle/>
          <a:p>
            <a:fld id="{CC057153-B650-4DEB-B370-79DDCFDCE934}" type="slidenum">
              <a:rPr lang="en-US" smtClean="0"/>
              <a:t>‹#›</a:t>
            </a:fld>
            <a:endParaRPr lang="en-US"/>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5029201" y="0"/>
            <a:ext cx="7162800" cy="6858000"/>
          </a:xfrm>
          <a:blipFill dpi="0" rotWithShape="1">
            <a:blip r:embed="rId2">
              <a:alphaModFix amt="70000"/>
            </a:blip>
            <a:srcRect/>
            <a:stretch>
              <a:fillRect/>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2512067276"/>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Title">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6BE31160-AF08-1CA6-A9BD-8666BB28452A}"/>
              </a:ext>
              <a:ext uri="{C183D7F6-B498-43B3-948B-1728B52AA6E4}">
                <adec:decorative xmlns:adec="http://schemas.microsoft.com/office/drawing/2017/decorative" val="1"/>
              </a:ext>
            </a:extLst>
          </p:cNvPr>
          <p:cNvSpPr/>
          <p:nvPr/>
        </p:nvSpPr>
        <p:spPr>
          <a:xfrm>
            <a:off x="1" y="0"/>
            <a:ext cx="12191999" cy="4939393"/>
          </a:xfrm>
          <a:prstGeom prst="rect">
            <a:avLst/>
          </a:prstGeom>
          <a:ln>
            <a:noFill/>
          </a:ln>
          <a:effectLst>
            <a:outerShdw blurRad="304800" dist="50800" dir="5400000" sx="96000" sy="96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49279" y="441434"/>
            <a:ext cx="7638277" cy="3743005"/>
          </a:xfrm>
        </p:spPr>
        <p:txBody>
          <a:bodyPr vert="horz" lIns="91440" tIns="45720" rIns="91440" bIns="45720" rtlCol="0" anchor="t">
            <a:normAutofit/>
          </a:bodyPr>
          <a:lstStyle>
            <a:lvl1pPr>
              <a:defRPr lang="en-US" sz="7000" dirty="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57199" y="5479642"/>
            <a:ext cx="7543001" cy="775044"/>
          </a:xfrm>
        </p:spPr>
        <p:txBody>
          <a:bodyPr vert="horz" lIns="91440" tIns="45720" rIns="91440" bIns="45720" rtlCol="0" anchor="ctr">
            <a:normAutofit/>
          </a:bodyPr>
          <a:lstStyle>
            <a:lvl1pPr marL="0" indent="0">
              <a:buNone/>
              <a:defRPr lang="en-US" sz="2400" dirty="0">
                <a:solidFill>
                  <a:schemeClr val="accent1"/>
                </a:solidFill>
              </a:defRPr>
            </a:lvl1pPr>
          </a:lstStyle>
          <a:p>
            <a:pPr lvl="0"/>
            <a:r>
              <a:rPr lang="en-US"/>
              <a:t>Click to edit Master subtitle style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83248D1D-0000-4046-B84B-B9CEFCDA17B6}" type="datetime1">
              <a:rPr lang="en-US" smtClean="0"/>
              <a:t>11/19/2025</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807420206"/>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Title 2">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6BE31160-AF08-1CA6-A9BD-8666BB28452A}"/>
              </a:ext>
              <a:ext uri="{C183D7F6-B498-43B3-948B-1728B52AA6E4}">
                <adec:decorative xmlns:adec="http://schemas.microsoft.com/office/drawing/2017/decorative" val="1"/>
              </a:ext>
            </a:extLst>
          </p:cNvPr>
          <p:cNvSpPr/>
          <p:nvPr/>
        </p:nvSpPr>
        <p:spPr>
          <a:xfrm>
            <a:off x="1" y="0"/>
            <a:ext cx="12191999" cy="4939393"/>
          </a:xfrm>
          <a:prstGeom prst="rect">
            <a:avLst/>
          </a:prstGeom>
          <a:ln>
            <a:noFill/>
          </a:ln>
          <a:effectLst>
            <a:outerShdw blurRad="304800" dist="50800" dir="5400000" sx="96000" sy="96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49278" y="441434"/>
            <a:ext cx="7955280" cy="3743005"/>
          </a:xfrm>
        </p:spPr>
        <p:txBody>
          <a:bodyPr vert="horz" lIns="91440" tIns="45720" rIns="91440" bIns="45720" rtlCol="0" anchor="t">
            <a:normAutofit/>
          </a:bodyPr>
          <a:lstStyle>
            <a:lvl1pPr>
              <a:defRPr lang="en-US" sz="8000" dirty="0">
                <a:solidFill>
                  <a:schemeClr val="accent1"/>
                </a:soli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57199" y="5479642"/>
            <a:ext cx="7866993" cy="775044"/>
          </a:xfrm>
        </p:spPr>
        <p:txBody>
          <a:bodyPr vert="horz" lIns="91440" tIns="45720" rIns="91440" bIns="45720" rtlCol="0" anchor="ctr">
            <a:normAutofit/>
          </a:bodyPr>
          <a:lstStyle>
            <a:lvl1pPr marL="0" indent="0">
              <a:buNone/>
              <a:defRPr lang="en-US" sz="2200" dirty="0"/>
            </a:lvl1pPr>
          </a:lstStyle>
          <a:p>
            <a:pPr lvl="0"/>
            <a:r>
              <a:rPr lang="en-US"/>
              <a:t>Click to edit Master subtitle style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80221960-FE29-4EC6-B6FC-C22016F1BE24}" type="datetime1">
              <a:rPr lang="en-US" smtClean="0"/>
              <a:t>11/19/2025</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98484424"/>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Title 3">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8F3B096F-F950-72C3-095D-2538032D98C8}"/>
              </a:ext>
              <a:ext uri="{C183D7F6-B498-43B3-948B-1728B52AA6E4}">
                <adec:decorative xmlns:adec="http://schemas.microsoft.com/office/drawing/2017/decorative" val="1"/>
              </a:ext>
            </a:extLst>
          </p:cNvPr>
          <p:cNvSpPr/>
          <p:nvPr/>
        </p:nvSpPr>
        <p:spPr>
          <a:xfrm>
            <a:off x="1" y="0"/>
            <a:ext cx="12191999" cy="4939393"/>
          </a:xfrm>
          <a:prstGeom prst="rect">
            <a:avLst/>
          </a:prstGeom>
          <a:ln>
            <a:noFill/>
          </a:ln>
          <a:effectLst>
            <a:outerShdw blurRad="304800" dist="50800" dir="5400000" sx="96000" sy="96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57199" y="925186"/>
            <a:ext cx="7876287" cy="3592629"/>
          </a:xfrm>
        </p:spPr>
        <p:txBody>
          <a:bodyPr vert="horz" lIns="91440" tIns="45720" rIns="91440" bIns="45720" rtlCol="0" anchor="b">
            <a:normAutofit/>
          </a:bodyPr>
          <a:lstStyle>
            <a:lvl1pPr>
              <a:defRPr lang="en-US" sz="7200" dirty="0">
                <a:solidFill>
                  <a:schemeClr val="accent1"/>
                </a:soli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57198" y="5376439"/>
            <a:ext cx="7876287" cy="981451"/>
          </a:xfrm>
        </p:spPr>
        <p:txBody>
          <a:bodyPr vert="horz" lIns="91440" tIns="45720" rIns="91440" bIns="45720" rtlCol="0" anchor="ctr">
            <a:normAutofit/>
          </a:bodyPr>
          <a:lstStyle>
            <a:lvl1pPr marL="0" indent="0">
              <a:buNone/>
              <a:defRPr lang="en-US" sz="2000" dirty="0"/>
            </a:lvl1pPr>
          </a:lstStyle>
          <a:p>
            <a:pPr lvl="0"/>
            <a:r>
              <a:rPr lang="en-US"/>
              <a:t>Click to edit Master subtitle style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457199" y="6397585"/>
            <a:ext cx="4043855" cy="365125"/>
          </a:xfrm>
        </p:spPr>
        <p:txBody>
          <a:bodyPr/>
          <a:lstStyle/>
          <a:p>
            <a:fld id="{5D9D788B-2E73-40B9-BCA6-1E765B601FEF}" type="datetime1">
              <a:rPr lang="en-US" smtClean="0"/>
              <a:t>11/19/2025</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41962721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Section Header">
    <p:bg>
      <p:bgPr>
        <a:solidFill>
          <a:schemeClr val="accent1">
            <a:lumMod val="7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57197" y="3507830"/>
            <a:ext cx="7772400" cy="2944368"/>
          </a:xfrm>
        </p:spPr>
        <p:txBody>
          <a:bodyPr vert="horz" lIns="91440" tIns="45720" rIns="91440" bIns="45720" rtlCol="0" anchor="b">
            <a:normAutofit/>
          </a:bodyPr>
          <a:lstStyle>
            <a:lvl1pPr>
              <a:defRPr lang="en-US" sz="8000" dirty="0">
                <a:solidFill>
                  <a:schemeClr val="accent1">
                    <a:lumMod val="20000"/>
                    <a:lumOff val="80000"/>
                  </a:schemeClr>
                </a:solidFill>
              </a:defRPr>
            </a:lvl1pPr>
          </a:lstStyle>
          <a:p>
            <a:pPr lvl="0"/>
            <a:r>
              <a:rPr lang="en-US"/>
              <a:t>Click to edit Master title style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accent1">
                    <a:lumMod val="20000"/>
                    <a:lumOff val="80000"/>
                  </a:schemeClr>
                </a:solidFill>
              </a:defRPr>
            </a:lvl1pPr>
          </a:lstStyle>
          <a:p>
            <a:fld id="{C4D6F1DF-7200-4B91-8050-F635DAB9B966}" type="datetime1">
              <a:rPr lang="en-US" smtClean="0"/>
              <a:t>11/19/2025</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accent1">
                    <a:lumMod val="20000"/>
                    <a:lumOff val="80000"/>
                  </a:schemeClr>
                </a:solidFill>
              </a:defRPr>
            </a:lvl1p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accent1">
                    <a:lumMod val="20000"/>
                    <a:lumOff val="80000"/>
                  </a:schemeClr>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230329489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84">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Section Header 2">
    <p:bg>
      <p:bgPr>
        <a:solidFill>
          <a:schemeClr val="bg2">
            <a:lumMod val="9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57197" y="3507830"/>
            <a:ext cx="7772400" cy="2944368"/>
          </a:xfrm>
        </p:spPr>
        <p:txBody>
          <a:bodyPr vert="horz" lIns="91440" tIns="45720" rIns="91440" bIns="45720" rtlCol="0" anchor="b">
            <a:normAutofit/>
          </a:bodyPr>
          <a:lstStyle>
            <a:lvl1pPr>
              <a:defRPr lang="en-US" sz="8000" dirty="0">
                <a:solidFill>
                  <a:schemeClr val="accent1"/>
                </a:solidFill>
              </a:defRPr>
            </a:lvl1pPr>
          </a:lstStyle>
          <a:p>
            <a:pPr lvl="0"/>
            <a:r>
              <a:rPr lang="en-US"/>
              <a:t>Click to edit Master title style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2"/>
                </a:solidFill>
              </a:defRPr>
            </a:lvl1pPr>
          </a:lstStyle>
          <a:p>
            <a:fld id="{095D0CDF-3021-486C-B3C2-8B0F2ECF95F9}" type="datetime1">
              <a:rPr lang="en-US" smtClean="0"/>
              <a:t>11/19/2025</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2"/>
                </a:solidFill>
              </a:defRPr>
            </a:lvl1p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2"/>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2435275076"/>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84">
          <p15:clr>
            <a:srgbClr val="FBAE40"/>
          </p15:clr>
        </p15:guide>
        <p15:guide id="6"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useBgFill="1">
        <p:nvSpPr>
          <p:cNvPr id="6" name="Rectangle 5">
            <a:extLst>
              <a:ext uri="{FF2B5EF4-FFF2-40B4-BE49-F238E27FC236}">
                <a16:creationId xmlns:a16="http://schemas.microsoft.com/office/drawing/2014/main" id="{248D240F-8668-0DFF-3268-B576F3C300A3}"/>
              </a:ext>
              <a:ext uri="{C183D7F6-B498-43B3-948B-1728B52AA6E4}">
                <adec:decorative xmlns:adec="http://schemas.microsoft.com/office/drawing/2017/decorative" val="1"/>
              </a:ext>
            </a:extLst>
          </p:cNvPr>
          <p:cNvSpPr/>
          <p:nvPr/>
        </p:nvSpPr>
        <p:spPr>
          <a:xfrm>
            <a:off x="-1" y="0"/>
            <a:ext cx="12192001" cy="2797024"/>
          </a:xfrm>
          <a:prstGeom prst="rect">
            <a:avLst/>
          </a:prstGeom>
          <a:ln>
            <a:noFill/>
          </a:ln>
          <a:effectLst>
            <a:outerShdw blurRad="266700" dist="25400" dir="5400000" sx="96000" sy="96000" algn="t" rotWithShape="0">
              <a:srgbClr val="000000">
                <a:alpha val="7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457199" y="462844"/>
            <a:ext cx="11238090" cy="2147328"/>
          </a:xfrm>
        </p:spPr>
        <p:txBody>
          <a:bodyPr anchor="b">
            <a:normAutofit/>
          </a:bodyPr>
          <a:lstStyle>
            <a:lvl1pPr>
              <a:defRPr sz="8800">
                <a:solidFill>
                  <a:schemeClr val="accent1"/>
                </a:solidFill>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5159022" y="3073016"/>
            <a:ext cx="6536267" cy="3226184"/>
          </a:xfrm>
        </p:spPr>
        <p:txBody>
          <a:bodyPr>
            <a:normAutofit/>
          </a:bodyPr>
          <a:lstStyle>
            <a:lvl1pPr>
              <a:defRPr sz="2000"/>
            </a:lvl1pPr>
            <a:lvl2pPr>
              <a:defRPr sz="1800"/>
            </a:lvl2pPr>
            <a:lvl3pPr>
              <a:defRPr sz="1600"/>
            </a:lvl3pPr>
            <a:lvl4pPr>
              <a:defRPr sz="14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p>
            <a:fld id="{66008813-F68C-4D6B-A0D2-5D7526AA9642}" type="datetime1">
              <a:rPr lang="en-US" smtClean="0"/>
              <a:t>11/19/2025</a:t>
            </a:fld>
            <a:endParaRPr lang="en-US"/>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8629252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Agenda with Picture">
    <p:spTree>
      <p:nvGrpSpPr>
        <p:cNvPr id="1" name=""/>
        <p:cNvGrpSpPr/>
        <p:nvPr/>
      </p:nvGrpSpPr>
      <p:grpSpPr>
        <a:xfrm>
          <a:off x="0" y="0"/>
          <a:ext cx="0" cy="0"/>
          <a:chOff x="0" y="0"/>
          <a:chExt cx="0" cy="0"/>
        </a:xfrm>
      </p:grpSpPr>
      <p:sp useBgFill="1">
        <p:nvSpPr>
          <p:cNvPr id="6" name="Rectangle 5">
            <a:extLst>
              <a:ext uri="{FF2B5EF4-FFF2-40B4-BE49-F238E27FC236}">
                <a16:creationId xmlns:a16="http://schemas.microsoft.com/office/drawing/2014/main" id="{248D240F-8668-0DFF-3268-B576F3C300A3}"/>
              </a:ext>
              <a:ext uri="{C183D7F6-B498-43B3-948B-1728B52AA6E4}">
                <adec:decorative xmlns:adec="http://schemas.microsoft.com/office/drawing/2017/decorative" val="1"/>
              </a:ext>
            </a:extLst>
          </p:cNvPr>
          <p:cNvSpPr/>
          <p:nvPr/>
        </p:nvSpPr>
        <p:spPr>
          <a:xfrm>
            <a:off x="-1" y="1"/>
            <a:ext cx="12192001" cy="2892972"/>
          </a:xfrm>
          <a:prstGeom prst="rect">
            <a:avLst/>
          </a:prstGeom>
          <a:ln>
            <a:noFill/>
          </a:ln>
          <a:effectLst>
            <a:outerShdw blurRad="266700" dist="25400" dir="5400000" sx="96000" sy="96000" algn="t"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457198" y="457200"/>
            <a:ext cx="11232931" cy="2215056"/>
          </a:xfrm>
        </p:spPr>
        <p:txBody>
          <a:bodyPr anchor="b">
            <a:normAutofit/>
          </a:bodyPr>
          <a:lstStyle>
            <a:lvl1pPr>
              <a:defRPr sz="8800">
                <a:solidFill>
                  <a:schemeClr val="accent1"/>
                </a:solidFill>
              </a:defRPr>
            </a:lvl1pPr>
          </a:lstStyle>
          <a:p>
            <a:r>
              <a:rPr lang="en-US"/>
              <a:t>Click to edit Master title style</a:t>
            </a:r>
            <a:endParaRPr lang="en-US" dirty="0"/>
          </a:p>
        </p:txBody>
      </p:sp>
      <p:sp>
        <p:nvSpPr>
          <p:cNvPr id="9" name="Picture Placeholder 8">
            <a:extLst>
              <a:ext uri="{FF2B5EF4-FFF2-40B4-BE49-F238E27FC236}">
                <a16:creationId xmlns:a16="http://schemas.microsoft.com/office/drawing/2014/main" id="{E54F8487-233E-737D-E06C-88B1E20DDF41}"/>
              </a:ext>
            </a:extLst>
          </p:cNvPr>
          <p:cNvSpPr>
            <a:spLocks noGrp="1"/>
          </p:cNvSpPr>
          <p:nvPr>
            <p:ph type="pic" sz="quarter" idx="14" hasCustomPrompt="1"/>
          </p:nvPr>
        </p:nvSpPr>
        <p:spPr>
          <a:xfrm>
            <a:off x="0" y="2892425"/>
            <a:ext cx="5888421" cy="3965575"/>
          </a:xfrm>
          <a:blipFill dpi="0" rotWithShape="1">
            <a:blip r:embed="rId2">
              <a:alphaModFix amt="70000"/>
            </a:blip>
            <a:srcRect/>
            <a:stretch>
              <a:fillRect/>
            </a:stretch>
          </a:blipFill>
        </p:spPr>
        <p:txBody>
          <a:bodyPr/>
          <a:lstStyle>
            <a:lvl1pPr marL="0" indent="0">
              <a:buNone/>
              <a:defRPr/>
            </a:lvl1pPr>
          </a:lstStyle>
          <a:p>
            <a:r>
              <a:rPr lang="en-US" dirty="0"/>
              <a:t> </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361385" y="3231931"/>
            <a:ext cx="5328745" cy="2791839"/>
          </a:xfrm>
        </p:spPr>
        <p:txBody>
          <a:bodyPr>
            <a:normAutofit/>
          </a:bodyPr>
          <a:lstStyle>
            <a:lvl1pPr>
              <a:defRPr sz="2000"/>
            </a:lvl1pPr>
            <a:lvl2pPr>
              <a:defRPr sz="1800"/>
            </a:lvl2pPr>
            <a:lvl3pPr>
              <a:defRPr sz="1600"/>
            </a:lvl3pPr>
            <a:lvl4pPr>
              <a:defRPr sz="14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6361385" y="6397586"/>
            <a:ext cx="2435774" cy="365125"/>
          </a:xfrm>
        </p:spPr>
        <p:txBody>
          <a:bodyPr/>
          <a:lstStyle/>
          <a:p>
            <a:fld id="{CA9DE485-2DDC-4C87-9D36-DE45D8017C41}" type="datetime1">
              <a:rPr lang="en-US" smtClean="0"/>
              <a:t>11/19/2025</a:t>
            </a:fld>
            <a:endParaRPr lang="en-US"/>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8678917" y="6397586"/>
            <a:ext cx="2883406" cy="365125"/>
          </a:xfrm>
        </p:spPr>
        <p:txBody>
          <a:bodyPr/>
          <a:lstStyle/>
          <a:p>
            <a:r>
              <a:rPr lang="en-US"/>
              <a:t>Sample Footer Text</a:t>
            </a:r>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24232573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ontent 2">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6BC7D191-B699-A268-2B37-AF87FB6A1A97}"/>
              </a:ext>
              <a:ext uri="{C183D7F6-B498-43B3-948B-1728B52AA6E4}">
                <adec:decorative xmlns:adec="http://schemas.microsoft.com/office/drawing/2017/decorative" val="1"/>
              </a:ext>
            </a:extLst>
          </p:cNvPr>
          <p:cNvSpPr/>
          <p:nvPr/>
        </p:nvSpPr>
        <p:spPr>
          <a:xfrm>
            <a:off x="5158292" y="0"/>
            <a:ext cx="7033708" cy="6858000"/>
          </a:xfrm>
          <a:prstGeom prst="rect">
            <a:avLst/>
          </a:prstGeom>
          <a:ln>
            <a:noFill/>
          </a:ln>
          <a:effectLst>
            <a:outerShdw blurRad="304800" dist="50800" dir="5400000" sx="96000" sy="96000" algn="t" rotWithShape="0">
              <a:srgbClr val="000000">
                <a:alpha val="17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865415" y="2385975"/>
            <a:ext cx="3635640" cy="2561582"/>
          </a:xfrm>
        </p:spPr>
        <p:txBody>
          <a:bodyPr anchor="t">
            <a:normAutofit/>
          </a:bodyPr>
          <a:lstStyle>
            <a:lvl1pPr>
              <a:defRPr sz="44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5679626" y="2386584"/>
            <a:ext cx="4827810" cy="2459736"/>
          </a:xfrm>
        </p:spPr>
        <p:txBody>
          <a:bodyPr>
            <a:normAutofit/>
          </a:bodyPr>
          <a:lstStyle>
            <a:lvl1pPr marL="0" indent="0">
              <a:buNone/>
              <a:defRPr sz="2000"/>
            </a:lvl1pPr>
            <a:lvl2pPr marL="228600" indent="0">
              <a:buNone/>
              <a:defRPr sz="1800"/>
            </a:lvl2pPr>
            <a:lvl3pPr marL="457200" indent="0">
              <a:buNone/>
              <a:defRPr sz="1600"/>
            </a:lvl3pPr>
            <a:lvl4pPr marL="685800" indent="0">
              <a:buNone/>
              <a:defRPr sz="1400"/>
            </a:lvl4pPr>
            <a:lvl5pPr marL="914400" inden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6CA3412E-88C0-423A-B33B-2B668DA927D6}" type="datetime1">
              <a:rPr lang="en-US" smtClean="0"/>
              <a:t>11/19/2025</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30874180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3">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EDC977C0-EDF0-01D2-4B36-D815C4C62A90}"/>
              </a:ext>
              <a:ext uri="{C183D7F6-B498-43B3-948B-1728B52AA6E4}">
                <adec:decorative xmlns:adec="http://schemas.microsoft.com/office/drawing/2017/decorative" val="1"/>
              </a:ext>
            </a:extLst>
          </p:cNvPr>
          <p:cNvSpPr/>
          <p:nvPr/>
        </p:nvSpPr>
        <p:spPr>
          <a:xfrm>
            <a:off x="1" y="0"/>
            <a:ext cx="4998404" cy="6858000"/>
          </a:xfrm>
          <a:prstGeom prst="rect">
            <a:avLst/>
          </a:prstGeom>
          <a:ln>
            <a:noFill/>
          </a:ln>
          <a:effectLst>
            <a:outerShdw blurRad="304800" dist="50800" dir="5400000" sx="95000" sy="95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57199" y="1861457"/>
            <a:ext cx="3902530" cy="3900335"/>
          </a:xfrm>
        </p:spPr>
        <p:txBody>
          <a:bodyPr vert="horz" lIns="91440" tIns="45720" rIns="91440" bIns="45720" rtlCol="0" anchor="t">
            <a:normAutofit/>
          </a:bodyPr>
          <a:lstStyle>
            <a:lvl1pPr>
              <a:defRPr lang="en-US" sz="3200" dirty="0"/>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519738" y="1861457"/>
            <a:ext cx="4956175" cy="38950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E21C159D-7D89-42C2-8281-5FCE30E88AB1}" type="datetime1">
              <a:rPr lang="en-US" smtClean="0"/>
              <a:t>11/19/2025</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80756409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4">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1E9EC3E4-62E5-4C6F-9887-208672447376}"/>
              </a:ext>
              <a:ext uri="{C183D7F6-B498-43B3-948B-1728B52AA6E4}">
                <adec:decorative xmlns:adec="http://schemas.microsoft.com/office/drawing/2017/decorative" val="1"/>
              </a:ext>
            </a:extLst>
          </p:cNvPr>
          <p:cNvSpPr/>
          <p:nvPr/>
        </p:nvSpPr>
        <p:spPr>
          <a:xfrm>
            <a:off x="4998404" y="0"/>
            <a:ext cx="7193595" cy="6858000"/>
          </a:xfrm>
          <a:prstGeom prst="rect">
            <a:avLst/>
          </a:prstGeom>
          <a:ln>
            <a:noFill/>
          </a:ln>
          <a:effectLst>
            <a:outerShdw blurRad="304800" dist="50800" dir="5400000" sx="96000" sy="96000" algn="t" rotWithShape="0">
              <a:srgbClr val="000000">
                <a:alpha val="17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57199" y="1331997"/>
            <a:ext cx="4023360" cy="4638825"/>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519738" y="1332432"/>
            <a:ext cx="5681662" cy="48180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BAA75D23-C9DC-452B-8F85-54BA06AADDEA}" type="datetime1">
              <a:rPr lang="en-US" smtClean="0"/>
              <a:t>11/19/2025</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35458674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5">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743CD6CB-7CF3-6170-4CDE-A7067B3BA6DE}"/>
              </a:ext>
              <a:ext uri="{C183D7F6-B498-43B3-948B-1728B52AA6E4}">
                <adec:decorative xmlns:adec="http://schemas.microsoft.com/office/drawing/2017/decorative" val="1"/>
              </a:ext>
            </a:extLst>
          </p:cNvPr>
          <p:cNvSpPr/>
          <p:nvPr/>
        </p:nvSpPr>
        <p:spPr>
          <a:xfrm>
            <a:off x="0" y="1"/>
            <a:ext cx="4998404" cy="6858000"/>
          </a:xfrm>
          <a:prstGeom prst="rect">
            <a:avLst/>
          </a:prstGeom>
          <a:ln>
            <a:noFill/>
          </a:ln>
          <a:effectLst>
            <a:outerShdw blurRad="292100" dist="25400" dir="5400000" sx="95000" sy="95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57199" y="894391"/>
            <a:ext cx="4031619" cy="4940661"/>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5522913" y="894391"/>
            <a:ext cx="6159500" cy="53908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F52F8042-124F-4460-862E-75BE885F369D}" type="datetime1">
              <a:rPr lang="en-US" smtClean="0"/>
              <a:t>11/19/2025</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33471166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57199" y="457200"/>
            <a:ext cx="3409648" cy="5719639"/>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504268" y="457200"/>
            <a:ext cx="7315200" cy="58064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475BD655-1974-42EB-ABB7-731D89BD082B}" type="datetime1">
              <a:rPr lang="en-US" smtClean="0"/>
              <a:t>11/19/2025</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44661222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7">
    <p:spTree>
      <p:nvGrpSpPr>
        <p:cNvPr id="1" name=""/>
        <p:cNvGrpSpPr/>
        <p:nvPr/>
      </p:nvGrpSpPr>
      <p:grpSpPr>
        <a:xfrm>
          <a:off x="0" y="0"/>
          <a:ext cx="0" cy="0"/>
          <a:chOff x="0" y="0"/>
          <a:chExt cx="0" cy="0"/>
        </a:xfrm>
      </p:grpSpPr>
      <p:sp useBgFill="1">
        <p:nvSpPr>
          <p:cNvPr id="3" name="Rectangle 2">
            <a:extLst>
              <a:ext uri="{FF2B5EF4-FFF2-40B4-BE49-F238E27FC236}">
                <a16:creationId xmlns:a16="http://schemas.microsoft.com/office/drawing/2014/main" id="{4889D7E3-7299-8FE5-8307-00CC93EFE205}"/>
              </a:ext>
              <a:ext uri="{C183D7F6-B498-43B3-948B-1728B52AA6E4}">
                <adec:decorative xmlns:adec="http://schemas.microsoft.com/office/drawing/2017/decorative" val="1"/>
              </a:ext>
            </a:extLst>
          </p:cNvPr>
          <p:cNvSpPr/>
          <p:nvPr/>
        </p:nvSpPr>
        <p:spPr>
          <a:xfrm>
            <a:off x="0" y="0"/>
            <a:ext cx="3973690" cy="6858000"/>
          </a:xfrm>
          <a:prstGeom prst="rect">
            <a:avLst/>
          </a:prstGeom>
          <a:ln>
            <a:noFill/>
          </a:ln>
          <a:effectLst>
            <a:outerShdw blurRad="254000" dist="25400" dir="5400000" sx="94000" sy="94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57199" y="457200"/>
            <a:ext cx="3409648" cy="5719639"/>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504268" y="457200"/>
            <a:ext cx="7315200" cy="58064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47820626-3D88-4D67-8337-214C7DE03941}" type="datetime1">
              <a:rPr lang="en-US" smtClean="0"/>
              <a:t>11/19/2025</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82879848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Content 8">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2418F682-5C62-E822-83E8-6084E0F4BDDD}"/>
              </a:ext>
              <a:ext uri="{C183D7F6-B498-43B3-948B-1728B52AA6E4}">
                <adec:decorative xmlns:adec="http://schemas.microsoft.com/office/drawing/2017/decorative" val="1"/>
              </a:ext>
            </a:extLst>
          </p:cNvPr>
          <p:cNvSpPr/>
          <p:nvPr/>
        </p:nvSpPr>
        <p:spPr>
          <a:xfrm>
            <a:off x="0" y="-1"/>
            <a:ext cx="12191999" cy="1347109"/>
          </a:xfrm>
          <a:prstGeom prst="rect">
            <a:avLst/>
          </a:prstGeom>
          <a:ln>
            <a:noFill/>
          </a:ln>
          <a:effectLst>
            <a:outerShdw blurRad="228600" dist="25400" dir="5400000" sx="94000" sy="94000" algn="t"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57200" y="457201"/>
            <a:ext cx="10809026" cy="693682"/>
          </a:xfrm>
        </p:spPr>
        <p:txBody>
          <a:bodyPr anchor="t"/>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1A9FAA9E-3664-422A-86BF-374713D410C7}" type="datetime1">
              <a:rPr lang="en-US" smtClean="0"/>
              <a:t>11/19/2025</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34772908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Content with Picture">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749F1FBB-CDF9-0670-184F-9A88B51EF4DF}"/>
              </a:ext>
              <a:ext uri="{C183D7F6-B498-43B3-948B-1728B52AA6E4}">
                <adec:decorative xmlns:adec="http://schemas.microsoft.com/office/drawing/2017/decorative" val="1"/>
              </a:ext>
            </a:extLst>
          </p:cNvPr>
          <p:cNvSpPr/>
          <p:nvPr/>
        </p:nvSpPr>
        <p:spPr>
          <a:xfrm>
            <a:off x="0" y="0"/>
            <a:ext cx="4710407" cy="6858000"/>
          </a:xfrm>
          <a:prstGeom prst="rect">
            <a:avLst/>
          </a:prstGeom>
          <a:ln>
            <a:noFill/>
          </a:ln>
          <a:effectLst>
            <a:outerShdw blurRad="279400" dist="38100" dir="5400000" sx="96000" sy="96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232827" y="722294"/>
            <a:ext cx="6399335" cy="1143000"/>
          </a:xfrm>
        </p:spPr>
        <p:txBody>
          <a:bodyPr anchor="b"/>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1"/>
            <a:ext cx="4710407" cy="6858000"/>
          </a:xfrm>
          <a:blipFill>
            <a:blip r:embed="rId2">
              <a:alphaModFix amt="70000"/>
            </a:blip>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233913" y="2038167"/>
            <a:ext cx="6376640" cy="423794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1E742B5C-5438-96A4-4A2A-AE939906F8A4}"/>
              </a:ext>
            </a:extLst>
          </p:cNvPr>
          <p:cNvSpPr>
            <a:spLocks noGrp="1"/>
          </p:cNvSpPr>
          <p:nvPr>
            <p:ph type="dt" sz="half" idx="15"/>
          </p:nvPr>
        </p:nvSpPr>
        <p:spPr>
          <a:xfrm>
            <a:off x="5232827" y="6397585"/>
            <a:ext cx="3091366" cy="365125"/>
          </a:xfrm>
        </p:spPr>
        <p:txBody>
          <a:bodyPr/>
          <a:lstStyle/>
          <a:p>
            <a:fld id="{B01855B3-81BD-4EB3-93B8-24149614A5C2}" type="datetime1">
              <a:rPr lang="en-US" smtClean="0"/>
              <a:t>11/19/2025</a:t>
            </a:fld>
            <a:endParaRPr lang="en-US"/>
          </a:p>
        </p:txBody>
      </p:sp>
      <p:sp>
        <p:nvSpPr>
          <p:cNvPr id="9" name="Footer Placeholder 8">
            <a:extLst>
              <a:ext uri="{FF2B5EF4-FFF2-40B4-BE49-F238E27FC236}">
                <a16:creationId xmlns:a16="http://schemas.microsoft.com/office/drawing/2014/main" id="{C65BFCB1-FAA8-D03A-3B62-DCB2CF1CA112}"/>
              </a:ext>
            </a:extLst>
          </p:cNvPr>
          <p:cNvSpPr>
            <a:spLocks noGrp="1"/>
          </p:cNvSpPr>
          <p:nvPr>
            <p:ph type="ftr" sz="quarter" idx="16"/>
          </p:nvPr>
        </p:nvSpPr>
        <p:spPr/>
        <p:txBody>
          <a:bodyPr/>
          <a:lstStyle/>
          <a:p>
            <a:r>
              <a:rPr lang="en-US"/>
              <a:t>Sample Footer Text</a:t>
            </a:r>
          </a:p>
        </p:txBody>
      </p:sp>
      <p:sp>
        <p:nvSpPr>
          <p:cNvPr id="10" name="Slide Number Placeholder 9">
            <a:extLst>
              <a:ext uri="{FF2B5EF4-FFF2-40B4-BE49-F238E27FC236}">
                <a16:creationId xmlns:a16="http://schemas.microsoft.com/office/drawing/2014/main" id="{0A608994-46CD-AAE0-DCC4-A59D26254D84}"/>
              </a:ext>
            </a:extLst>
          </p:cNvPr>
          <p:cNvSpPr>
            <a:spLocks noGrp="1"/>
          </p:cNvSpPr>
          <p:nvPr>
            <p:ph type="sldNum" sz="quarter" idx="17"/>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4174929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Content with Picture 2">
    <p:spTree>
      <p:nvGrpSpPr>
        <p:cNvPr id="1" name=""/>
        <p:cNvGrpSpPr/>
        <p:nvPr/>
      </p:nvGrpSpPr>
      <p:grpSpPr>
        <a:xfrm>
          <a:off x="0" y="0"/>
          <a:ext cx="0" cy="0"/>
          <a:chOff x="0" y="0"/>
          <a:chExt cx="0" cy="0"/>
        </a:xfrm>
      </p:grpSpPr>
      <p:sp useBgFill="1">
        <p:nvSpPr>
          <p:cNvPr id="3" name="Rectangle 2">
            <a:extLst>
              <a:ext uri="{FF2B5EF4-FFF2-40B4-BE49-F238E27FC236}">
                <a16:creationId xmlns:a16="http://schemas.microsoft.com/office/drawing/2014/main" id="{835C6F1D-29B8-BAD8-4A04-26165093EC9E}"/>
              </a:ext>
              <a:ext uri="{C183D7F6-B498-43B3-948B-1728B52AA6E4}">
                <adec:decorative xmlns:adec="http://schemas.microsoft.com/office/drawing/2017/decorative" val="1"/>
              </a:ext>
            </a:extLst>
          </p:cNvPr>
          <p:cNvSpPr/>
          <p:nvPr/>
        </p:nvSpPr>
        <p:spPr>
          <a:xfrm>
            <a:off x="0" y="-1"/>
            <a:ext cx="12191999" cy="1715534"/>
          </a:xfrm>
          <a:prstGeom prst="rect">
            <a:avLst/>
          </a:prstGeom>
          <a:ln>
            <a:noFill/>
          </a:ln>
          <a:effectLst>
            <a:outerShdw blurRad="228600" dist="25400" dir="5400000" sx="94000" sy="94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6" name="Rectangle 5">
            <a:extLst>
              <a:ext uri="{FF2B5EF4-FFF2-40B4-BE49-F238E27FC236}">
                <a16:creationId xmlns:a16="http://schemas.microsoft.com/office/drawing/2014/main" id="{C5ACC7DB-B90B-195F-A4A9-CBAC728A259F}"/>
              </a:ext>
              <a:ext uri="{C183D7F6-B498-43B3-948B-1728B52AA6E4}">
                <adec:decorative xmlns:adec="http://schemas.microsoft.com/office/drawing/2017/decorative" val="1"/>
              </a:ext>
            </a:extLst>
          </p:cNvPr>
          <p:cNvSpPr/>
          <p:nvPr/>
        </p:nvSpPr>
        <p:spPr>
          <a:xfrm>
            <a:off x="7400542" y="0"/>
            <a:ext cx="4791457" cy="6858000"/>
          </a:xfrm>
          <a:prstGeom prst="rect">
            <a:avLst/>
          </a:prstGeom>
          <a:ln>
            <a:noFill/>
          </a:ln>
          <a:effectLst>
            <a:outerShdw blurRad="304800" dist="50800" dir="5400000" sx="96000" sy="96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200" y="438912"/>
            <a:ext cx="6249032" cy="987552"/>
          </a:xfrm>
        </p:spPr>
        <p:txBody>
          <a:bodyPr anchor="b"/>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457200" y="2031143"/>
            <a:ext cx="6249032" cy="420340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Date Placeholder 8">
            <a:extLst>
              <a:ext uri="{FF2B5EF4-FFF2-40B4-BE49-F238E27FC236}">
                <a16:creationId xmlns:a16="http://schemas.microsoft.com/office/drawing/2014/main" id="{81177663-FC76-DF36-EEB7-5BE4C6C82F3A}"/>
              </a:ext>
            </a:extLst>
          </p:cNvPr>
          <p:cNvSpPr>
            <a:spLocks noGrp="1"/>
          </p:cNvSpPr>
          <p:nvPr>
            <p:ph type="dt" sz="half" idx="15"/>
          </p:nvPr>
        </p:nvSpPr>
        <p:spPr>
          <a:xfrm>
            <a:off x="457200" y="6397586"/>
            <a:ext cx="3307438" cy="365125"/>
          </a:xfrm>
        </p:spPr>
        <p:txBody>
          <a:bodyPr/>
          <a:lstStyle/>
          <a:p>
            <a:fld id="{05C068A9-E788-4706-91DE-7660DC7E7F0B}" type="datetime1">
              <a:rPr lang="en-US" smtClean="0"/>
              <a:t>11/19/2025</a:t>
            </a:fld>
            <a:endParaRPr lang="en-US"/>
          </a:p>
        </p:txBody>
      </p:sp>
      <p:sp>
        <p:nvSpPr>
          <p:cNvPr id="10" name="Footer Placeholder 9">
            <a:extLst>
              <a:ext uri="{FF2B5EF4-FFF2-40B4-BE49-F238E27FC236}">
                <a16:creationId xmlns:a16="http://schemas.microsoft.com/office/drawing/2014/main" id="{4515DEC4-C967-ABFB-73CF-0A90335332A4}"/>
              </a:ext>
            </a:extLst>
          </p:cNvPr>
          <p:cNvSpPr>
            <a:spLocks noGrp="1"/>
          </p:cNvSpPr>
          <p:nvPr>
            <p:ph type="ftr" sz="quarter" idx="16"/>
          </p:nvPr>
        </p:nvSpPr>
        <p:spPr>
          <a:xfrm>
            <a:off x="3950591" y="6397490"/>
            <a:ext cx="2755641" cy="365125"/>
          </a:xfrm>
        </p:spPr>
        <p:txBody>
          <a:bodyPr/>
          <a:lstStyle/>
          <a:p>
            <a:r>
              <a:rPr lang="en-US"/>
              <a:t>Sample Footer Text</a:t>
            </a:r>
          </a:p>
        </p:txBody>
      </p:sp>
      <p:sp>
        <p:nvSpPr>
          <p:cNvPr id="12" name="Slide Number Placeholder 11">
            <a:extLst>
              <a:ext uri="{FF2B5EF4-FFF2-40B4-BE49-F238E27FC236}">
                <a16:creationId xmlns:a16="http://schemas.microsoft.com/office/drawing/2014/main" id="{A5A5085F-BE80-B110-AA1F-9DD0919E27D7}"/>
              </a:ext>
            </a:extLst>
          </p:cNvPr>
          <p:cNvSpPr>
            <a:spLocks noGrp="1"/>
          </p:cNvSpPr>
          <p:nvPr>
            <p:ph type="sldNum" sz="quarter" idx="17"/>
          </p:nvPr>
        </p:nvSpPr>
        <p:spPr>
          <a:xfrm>
            <a:off x="6706232" y="6397490"/>
            <a:ext cx="429207" cy="365125"/>
          </a:xfrm>
        </p:spPr>
        <p:txBody>
          <a:bodyPr/>
          <a:lstStyle/>
          <a:p>
            <a:fld id="{CC057153-B650-4DEB-B370-79DDCFDCE934}"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7400544" y="0"/>
            <a:ext cx="4791456" cy="6858000"/>
          </a:xfrm>
          <a:blipFill>
            <a:blip r:embed="rId2">
              <a:alphaModFix amt="70000"/>
            </a:blip>
            <a:stretch>
              <a:fillRect/>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72140470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Content with Picture 3">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FF35C4E8-9A24-3BEF-0D59-22000916970C}"/>
              </a:ext>
              <a:ext uri="{C183D7F6-B498-43B3-948B-1728B52AA6E4}">
                <adec:decorative xmlns:adec="http://schemas.microsoft.com/office/drawing/2017/decorative" val="1"/>
              </a:ext>
            </a:extLst>
          </p:cNvPr>
          <p:cNvSpPr/>
          <p:nvPr/>
        </p:nvSpPr>
        <p:spPr>
          <a:xfrm>
            <a:off x="0" y="0"/>
            <a:ext cx="4019930" cy="6858000"/>
          </a:xfrm>
          <a:prstGeom prst="rect">
            <a:avLst/>
          </a:prstGeom>
          <a:ln>
            <a:noFill/>
          </a:ln>
          <a:effectLst>
            <a:outerShdw blurRad="304800" dist="50800" dir="5400000" sx="96000" sy="96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41264" y="320040"/>
            <a:ext cx="7062472" cy="1105348"/>
          </a:xfrm>
        </p:spPr>
        <p:txBody>
          <a:bodyPr anchor="b"/>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1"/>
            <a:ext cx="4019930" cy="6858000"/>
          </a:xfrm>
          <a:blipFill>
            <a:blip r:embed="rId2">
              <a:alphaModFix amt="70000"/>
            </a:blip>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541264" y="1595300"/>
            <a:ext cx="7062472" cy="476892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Date Placeholder 2">
            <a:extLst>
              <a:ext uri="{FF2B5EF4-FFF2-40B4-BE49-F238E27FC236}">
                <a16:creationId xmlns:a16="http://schemas.microsoft.com/office/drawing/2014/main" id="{F0BFB53A-8FDF-F131-DCF2-D7BECE95381F}"/>
              </a:ext>
            </a:extLst>
          </p:cNvPr>
          <p:cNvSpPr>
            <a:spLocks noGrp="1"/>
          </p:cNvSpPr>
          <p:nvPr>
            <p:ph type="dt" sz="half" idx="15"/>
          </p:nvPr>
        </p:nvSpPr>
        <p:spPr>
          <a:xfrm>
            <a:off x="4541264" y="6397586"/>
            <a:ext cx="3698786" cy="365125"/>
          </a:xfrm>
        </p:spPr>
        <p:txBody>
          <a:bodyPr/>
          <a:lstStyle/>
          <a:p>
            <a:fld id="{C8311AF8-7954-47E6-837D-7F81EAFD6BAB}" type="datetime1">
              <a:rPr lang="en-US" smtClean="0"/>
              <a:t>11/19/2025</a:t>
            </a:fld>
            <a:endParaRPr lang="en-US"/>
          </a:p>
        </p:txBody>
      </p:sp>
      <p:sp>
        <p:nvSpPr>
          <p:cNvPr id="4" name="Footer Placeholder 3">
            <a:extLst>
              <a:ext uri="{FF2B5EF4-FFF2-40B4-BE49-F238E27FC236}">
                <a16:creationId xmlns:a16="http://schemas.microsoft.com/office/drawing/2014/main" id="{5446E4B5-B423-4137-0255-D68BAC85BE95}"/>
              </a:ext>
            </a:extLst>
          </p:cNvPr>
          <p:cNvSpPr>
            <a:spLocks noGrp="1"/>
          </p:cNvSpPr>
          <p:nvPr>
            <p:ph type="ftr" sz="quarter" idx="16"/>
          </p:nvPr>
        </p:nvSpPr>
        <p:spPr>
          <a:xfrm>
            <a:off x="8326257" y="6397586"/>
            <a:ext cx="3184635" cy="365125"/>
          </a:xfrm>
        </p:spPr>
        <p:txBody>
          <a:bodyPr/>
          <a:lstStyle/>
          <a:p>
            <a:r>
              <a:rPr lang="en-US"/>
              <a:t>Sample Footer Text</a:t>
            </a:r>
          </a:p>
        </p:txBody>
      </p:sp>
      <p:sp>
        <p:nvSpPr>
          <p:cNvPr id="9" name="Slide Number Placeholder 8">
            <a:extLst>
              <a:ext uri="{FF2B5EF4-FFF2-40B4-BE49-F238E27FC236}">
                <a16:creationId xmlns:a16="http://schemas.microsoft.com/office/drawing/2014/main" id="{79FEC5A8-0DCB-9EEB-83E2-0411804C543D}"/>
              </a:ext>
            </a:extLst>
          </p:cNvPr>
          <p:cNvSpPr>
            <a:spLocks noGrp="1"/>
          </p:cNvSpPr>
          <p:nvPr>
            <p:ph type="sldNum" sz="quarter" idx="17"/>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16321719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useBgFill="1">
        <p:nvSpPr>
          <p:cNvPr id="6" name="Rectangle 5">
            <a:extLst>
              <a:ext uri="{FF2B5EF4-FFF2-40B4-BE49-F238E27FC236}">
                <a16:creationId xmlns:a16="http://schemas.microsoft.com/office/drawing/2014/main" id="{C09B6B00-AC17-D2DA-234C-12A24C08F5E0}"/>
              </a:ext>
              <a:ext uri="{C183D7F6-B498-43B3-948B-1728B52AA6E4}">
                <adec:decorative xmlns:adec="http://schemas.microsoft.com/office/drawing/2017/decorative" val="1"/>
              </a:ext>
            </a:extLst>
          </p:cNvPr>
          <p:cNvSpPr/>
          <p:nvPr/>
        </p:nvSpPr>
        <p:spPr>
          <a:xfrm>
            <a:off x="8091732" y="0"/>
            <a:ext cx="4100268" cy="6858000"/>
          </a:xfrm>
          <a:prstGeom prst="rect">
            <a:avLst/>
          </a:prstGeom>
          <a:ln>
            <a:noFill/>
          </a:ln>
          <a:effectLst>
            <a:outerShdw blurRad="304800" dist="50800" dir="5400000" sx="96000" sy="96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200" y="457200"/>
            <a:ext cx="7084142" cy="968895"/>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457199" y="1596044"/>
            <a:ext cx="7084143" cy="468676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457200" y="6397586"/>
            <a:ext cx="3643070" cy="365125"/>
          </a:xfrm>
        </p:spPr>
        <p:txBody>
          <a:bodyPr/>
          <a:lstStyle/>
          <a:p>
            <a:fld id="{6680B6FE-65B2-439C-A510-29C1D5265E18}" type="datetime1">
              <a:rPr lang="en-US" smtClean="0"/>
              <a:t>11/19/2025</a:t>
            </a:fld>
            <a:endParaRPr lang="en-US"/>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4301338" y="6397956"/>
            <a:ext cx="2988813" cy="365125"/>
          </a:xfrm>
        </p:spPr>
        <p:txBody>
          <a:bodyPr/>
          <a:lstStyle/>
          <a:p>
            <a:r>
              <a:rPr lang="en-US"/>
              <a:t>Sample Footer Text</a:t>
            </a:r>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7290151" y="6397956"/>
            <a:ext cx="499902" cy="364755"/>
          </a:xfrm>
        </p:spPr>
        <p:txBody>
          <a:bodyPr/>
          <a:lstStyle/>
          <a:p>
            <a:fld id="{CC057153-B650-4DEB-B370-79DDCFDCE934}"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8091732" y="0"/>
            <a:ext cx="4100267" cy="6858000"/>
          </a:xfrm>
          <a:blipFill>
            <a:blip r:embed="rId2">
              <a:alphaModFix amt="70000"/>
            </a:blip>
            <a:stretch>
              <a:fillRect/>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21871976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ntent with Picture 5">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176B02D-6E01-2EBF-F325-B8DA3911406C}"/>
              </a:ext>
              <a:ext uri="{C183D7F6-B498-43B3-948B-1728B52AA6E4}">
                <adec:decorative xmlns:adec="http://schemas.microsoft.com/office/drawing/2017/decorative" val="1"/>
              </a:ext>
            </a:extLst>
          </p:cNvPr>
          <p:cNvSpPr/>
          <p:nvPr/>
        </p:nvSpPr>
        <p:spPr>
          <a:xfrm>
            <a:off x="0" y="0"/>
            <a:ext cx="6721068" cy="6858000"/>
          </a:xfrm>
          <a:prstGeom prst="rect">
            <a:avLst/>
          </a:prstGeom>
          <a:ln>
            <a:noFill/>
          </a:ln>
          <a:effectLst>
            <a:outerShdw blurRad="254000" dist="50800" dir="5400000" sx="96000" sy="96000" algn="t" rotWithShape="0">
              <a:srgbClr val="000000">
                <a:alpha val="23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242526" y="457200"/>
            <a:ext cx="4437283" cy="1410020"/>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0"/>
            <a:ext cx="6721068" cy="6858000"/>
          </a:xfrm>
          <a:blipFill>
            <a:blip r:embed="rId2">
              <a:alphaModFix amt="70000"/>
            </a:blip>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242463" y="2034314"/>
            <a:ext cx="4437283" cy="427441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Date Placeholder 2">
            <a:extLst>
              <a:ext uri="{FF2B5EF4-FFF2-40B4-BE49-F238E27FC236}">
                <a16:creationId xmlns:a16="http://schemas.microsoft.com/office/drawing/2014/main" id="{757C14F0-7A62-A99F-32EF-20CD6D158758}"/>
              </a:ext>
            </a:extLst>
          </p:cNvPr>
          <p:cNvSpPr>
            <a:spLocks noGrp="1"/>
          </p:cNvSpPr>
          <p:nvPr>
            <p:ph type="dt" sz="half" idx="15"/>
          </p:nvPr>
        </p:nvSpPr>
        <p:spPr>
          <a:xfrm>
            <a:off x="7242464" y="6397586"/>
            <a:ext cx="1081730" cy="365125"/>
          </a:xfrm>
        </p:spPr>
        <p:txBody>
          <a:bodyPr/>
          <a:lstStyle/>
          <a:p>
            <a:fld id="{8B57DA0F-C87F-4899-B3EC-A249D58CEB65}" type="datetime1">
              <a:rPr lang="en-US" smtClean="0"/>
              <a:t>11/19/2025</a:t>
            </a:fld>
            <a:endParaRPr lang="en-US"/>
          </a:p>
        </p:txBody>
      </p:sp>
      <p:sp>
        <p:nvSpPr>
          <p:cNvPr id="4" name="Footer Placeholder 3">
            <a:extLst>
              <a:ext uri="{FF2B5EF4-FFF2-40B4-BE49-F238E27FC236}">
                <a16:creationId xmlns:a16="http://schemas.microsoft.com/office/drawing/2014/main" id="{049D7113-6F8F-6484-6394-7073CDE0310F}"/>
              </a:ext>
            </a:extLst>
          </p:cNvPr>
          <p:cNvSpPr>
            <a:spLocks noGrp="1"/>
          </p:cNvSpPr>
          <p:nvPr>
            <p:ph type="ftr" sz="quarter" idx="16"/>
          </p:nvPr>
        </p:nvSpPr>
        <p:spPr/>
        <p:txBody>
          <a:bodyPr/>
          <a:lstStyle/>
          <a:p>
            <a:r>
              <a:rPr lang="en-US"/>
              <a:t>Sample Footer Text</a:t>
            </a:r>
          </a:p>
        </p:txBody>
      </p:sp>
      <p:sp>
        <p:nvSpPr>
          <p:cNvPr id="9" name="Slide Number Placeholder 8">
            <a:extLst>
              <a:ext uri="{FF2B5EF4-FFF2-40B4-BE49-F238E27FC236}">
                <a16:creationId xmlns:a16="http://schemas.microsoft.com/office/drawing/2014/main" id="{A7D98A66-183A-7844-870D-C3A684106A1A}"/>
              </a:ext>
            </a:extLst>
          </p:cNvPr>
          <p:cNvSpPr>
            <a:spLocks noGrp="1"/>
          </p:cNvSpPr>
          <p:nvPr>
            <p:ph type="sldNum" sz="quarter" idx="17"/>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96734474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ntent with Picture 6">
    <p:spTree>
      <p:nvGrpSpPr>
        <p:cNvPr id="1" name=""/>
        <p:cNvGrpSpPr/>
        <p:nvPr/>
      </p:nvGrpSpPr>
      <p:grpSpPr>
        <a:xfrm>
          <a:off x="0" y="0"/>
          <a:ext cx="0" cy="0"/>
          <a:chOff x="0" y="0"/>
          <a:chExt cx="0" cy="0"/>
        </a:xfrm>
      </p:grpSpPr>
      <p:sp useBgFill="1">
        <p:nvSpPr>
          <p:cNvPr id="4" name="Rectangle 3">
            <a:extLst>
              <a:ext uri="{FF2B5EF4-FFF2-40B4-BE49-F238E27FC236}">
                <a16:creationId xmlns:a16="http://schemas.microsoft.com/office/drawing/2014/main" id="{97EE1131-07A4-11FC-0FF4-FD66B6F29C1E}"/>
              </a:ext>
              <a:ext uri="{C183D7F6-B498-43B3-948B-1728B52AA6E4}">
                <adec:decorative xmlns:adec="http://schemas.microsoft.com/office/drawing/2017/decorative" val="1"/>
              </a:ext>
            </a:extLst>
          </p:cNvPr>
          <p:cNvSpPr/>
          <p:nvPr/>
        </p:nvSpPr>
        <p:spPr>
          <a:xfrm>
            <a:off x="5666014" y="0"/>
            <a:ext cx="6525986" cy="6858000"/>
          </a:xfrm>
          <a:prstGeom prst="rect">
            <a:avLst/>
          </a:prstGeom>
          <a:ln>
            <a:noFill/>
          </a:ln>
          <a:effectLst>
            <a:outerShdw blurRad="254000" dist="50800" dir="5400000" sx="96000" sy="96000" algn="t" rotWithShape="0">
              <a:srgbClr val="000000">
                <a:alpha val="23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200" y="457199"/>
            <a:ext cx="4596493" cy="1843237"/>
          </a:xfrm>
        </p:spPr>
        <p:txBody>
          <a:bodyPr anchor="b"/>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457200" y="2467530"/>
            <a:ext cx="4596493" cy="38411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457200" y="6400801"/>
            <a:ext cx="2103432" cy="365125"/>
          </a:xfrm>
        </p:spPr>
        <p:txBody>
          <a:bodyPr/>
          <a:lstStyle/>
          <a:p>
            <a:fld id="{09BF27F9-1986-4E12-BC85-E6598B06D7AD}" type="datetime1">
              <a:rPr lang="en-US" smtClean="0"/>
              <a:t>11/19/2025</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2560632" y="6400801"/>
            <a:ext cx="2386925" cy="365125"/>
          </a:xfrm>
        </p:spPr>
        <p:txBody>
          <a:bodyPr/>
          <a:lstStyle>
            <a:lvl1pPr>
              <a:defRPr>
                <a:solidFill>
                  <a:schemeClr val="tx1"/>
                </a:solidFill>
                <a:effectLst/>
              </a:defRPr>
            </a:lvl1p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5030576" y="6400801"/>
            <a:ext cx="429207" cy="365125"/>
          </a:xfrm>
        </p:spPr>
        <p:txBody>
          <a:bodyPr/>
          <a:lstStyle>
            <a:lvl1pPr>
              <a:defRPr>
                <a:solidFill>
                  <a:schemeClr val="tx1"/>
                </a:solidFill>
                <a:effectLst/>
              </a:defRPr>
            </a:lvl1pPr>
          </a:lstStyle>
          <a:p>
            <a:fld id="{CC057153-B650-4DEB-B370-79DDCFDCE934}" type="slidenum">
              <a:rPr lang="en-US" smtClean="0"/>
              <a:pPr/>
              <a:t>‹#›</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5666014" y="0"/>
            <a:ext cx="6525986" cy="6858000"/>
          </a:xfrm>
          <a:blipFill>
            <a:blip r:embed="rId2">
              <a:alphaModFix amt="70000"/>
            </a:blip>
            <a:stretch>
              <a:fillRect/>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36918008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Content with Picture 7">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49893A28-9D93-5E59-7AE5-C62D4A70F2D7}"/>
              </a:ext>
              <a:ext uri="{C183D7F6-B498-43B3-948B-1728B52AA6E4}">
                <adec:decorative xmlns:adec="http://schemas.microsoft.com/office/drawing/2017/decorative" val="1"/>
              </a:ext>
            </a:extLst>
          </p:cNvPr>
          <p:cNvSpPr/>
          <p:nvPr/>
        </p:nvSpPr>
        <p:spPr>
          <a:xfrm>
            <a:off x="5666012" y="0"/>
            <a:ext cx="6525988" cy="6858000"/>
          </a:xfrm>
          <a:prstGeom prst="rect">
            <a:avLst/>
          </a:prstGeom>
          <a:ln>
            <a:noFill/>
          </a:ln>
          <a:effectLst>
            <a:outerShdw blurRad="304800" dist="50800" dir="5400000" sx="96000" sy="96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198" y="457200"/>
            <a:ext cx="4702629" cy="967512"/>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457200" y="1596593"/>
            <a:ext cx="4702629" cy="476580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457200" y="6400800"/>
            <a:ext cx="1926771" cy="365125"/>
          </a:xfrm>
        </p:spPr>
        <p:txBody>
          <a:bodyPr/>
          <a:lstStyle/>
          <a:p>
            <a:fld id="{E47FC9F7-7102-4089-9AD9-CE2C2E265FF0}" type="datetime1">
              <a:rPr lang="en-US" smtClean="0"/>
              <a:t>11/19/2025</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2383971" y="6400800"/>
            <a:ext cx="2530929" cy="365125"/>
          </a:xfrm>
        </p:spPr>
        <p:txBody>
          <a:bodyPr/>
          <a:lstStyle>
            <a:lvl1pPr>
              <a:defRPr>
                <a:solidFill>
                  <a:schemeClr val="tx1"/>
                </a:solidFill>
                <a:effectLst/>
              </a:defRPr>
            </a:lvl1p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4980215" y="6400800"/>
            <a:ext cx="529680" cy="365125"/>
          </a:xfrm>
        </p:spPr>
        <p:txBody>
          <a:bodyPr/>
          <a:lstStyle>
            <a:lvl1pPr>
              <a:defRPr>
                <a:solidFill>
                  <a:schemeClr val="tx1"/>
                </a:solidFill>
                <a:effectLst/>
              </a:defRPr>
            </a:lvl1pPr>
          </a:lstStyle>
          <a:p>
            <a:fld id="{CC057153-B650-4DEB-B370-79DDCFDCE934}" type="slidenum">
              <a:rPr lang="en-US" smtClean="0"/>
              <a:pPr/>
              <a:t>‹#›</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5666014" y="0"/>
            <a:ext cx="6525985" cy="6858000"/>
          </a:xfrm>
          <a:blipFill>
            <a:blip r:embed="rId2">
              <a:alphaModFix amt="70000"/>
            </a:blip>
            <a:stretch>
              <a:fillRect/>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31018207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tent with Picture 8">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61BF16A2-8C4A-C525-68AF-0E38D15F04E0}"/>
              </a:ext>
              <a:ext uri="{C183D7F6-B498-43B3-948B-1728B52AA6E4}">
                <adec:decorative xmlns:adec="http://schemas.microsoft.com/office/drawing/2017/decorative" val="1"/>
              </a:ext>
            </a:extLst>
          </p:cNvPr>
          <p:cNvSpPr/>
          <p:nvPr/>
        </p:nvSpPr>
        <p:spPr>
          <a:xfrm>
            <a:off x="0" y="0"/>
            <a:ext cx="7542724" cy="6858000"/>
          </a:xfrm>
          <a:prstGeom prst="rect">
            <a:avLst/>
          </a:prstGeom>
          <a:ln>
            <a:noFill/>
          </a:ln>
          <a:effectLst>
            <a:outerShdw blurRad="254000" dist="50800" dir="5400000" sx="96000" sy="96000" algn="t" rotWithShape="0">
              <a:srgbClr val="000000">
                <a:alpha val="23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064062" y="457199"/>
            <a:ext cx="3617863" cy="1860331"/>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7542725" cy="6858000"/>
          </a:xfrm>
          <a:blipFill>
            <a:blip r:embed="rId2">
              <a:alphaModFix amt="70000"/>
            </a:blip>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8064061" y="2486370"/>
            <a:ext cx="3617863" cy="385718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15305F20-8340-4F06-2EA5-4D05FFED4587}"/>
              </a:ext>
            </a:extLst>
          </p:cNvPr>
          <p:cNvSpPr>
            <a:spLocks noGrp="1"/>
          </p:cNvSpPr>
          <p:nvPr>
            <p:ph type="dt" sz="half" idx="15"/>
          </p:nvPr>
        </p:nvSpPr>
        <p:spPr>
          <a:xfrm>
            <a:off x="8064061" y="6397585"/>
            <a:ext cx="1070974" cy="365125"/>
          </a:xfrm>
        </p:spPr>
        <p:txBody>
          <a:bodyPr/>
          <a:lstStyle/>
          <a:p>
            <a:fld id="{880626D8-FAEA-4A7A-8E86-9292DD2FB9F3}" type="datetime1">
              <a:rPr lang="en-US" smtClean="0"/>
              <a:t>11/19/2025</a:t>
            </a:fld>
            <a:endParaRPr lang="en-US"/>
          </a:p>
        </p:txBody>
      </p:sp>
      <p:sp>
        <p:nvSpPr>
          <p:cNvPr id="9" name="Footer Placeholder 8">
            <a:extLst>
              <a:ext uri="{FF2B5EF4-FFF2-40B4-BE49-F238E27FC236}">
                <a16:creationId xmlns:a16="http://schemas.microsoft.com/office/drawing/2014/main" id="{B09198F5-FF38-389C-E060-120AC6301809}"/>
              </a:ext>
            </a:extLst>
          </p:cNvPr>
          <p:cNvSpPr>
            <a:spLocks noGrp="1"/>
          </p:cNvSpPr>
          <p:nvPr>
            <p:ph type="ftr" sz="quarter" idx="16"/>
          </p:nvPr>
        </p:nvSpPr>
        <p:spPr>
          <a:xfrm>
            <a:off x="9135035" y="6397586"/>
            <a:ext cx="2546891" cy="365125"/>
          </a:xfrm>
        </p:spPr>
        <p:txBody>
          <a:bodyPr/>
          <a:lstStyle/>
          <a:p>
            <a:r>
              <a:rPr lang="en-US"/>
              <a:t>Sample Footer Text</a:t>
            </a:r>
          </a:p>
        </p:txBody>
      </p:sp>
      <p:sp>
        <p:nvSpPr>
          <p:cNvPr id="10" name="Slide Number Placeholder 9">
            <a:extLst>
              <a:ext uri="{FF2B5EF4-FFF2-40B4-BE49-F238E27FC236}">
                <a16:creationId xmlns:a16="http://schemas.microsoft.com/office/drawing/2014/main" id="{4963CA08-6B63-DC1E-8CB3-C323C9040122}"/>
              </a:ext>
            </a:extLst>
          </p:cNvPr>
          <p:cNvSpPr>
            <a:spLocks noGrp="1"/>
          </p:cNvSpPr>
          <p:nvPr>
            <p:ph type="sldNum" sz="quarter" idx="17"/>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37078269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tent with Picture 9">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147FFA00-F19D-35C4-43F5-7774CF783AFE}"/>
              </a:ext>
              <a:ext uri="{C183D7F6-B498-43B3-948B-1728B52AA6E4}">
                <adec:decorative xmlns:adec="http://schemas.microsoft.com/office/drawing/2017/decorative" val="1"/>
              </a:ext>
            </a:extLst>
          </p:cNvPr>
          <p:cNvSpPr/>
          <p:nvPr/>
        </p:nvSpPr>
        <p:spPr>
          <a:xfrm>
            <a:off x="0" y="-2"/>
            <a:ext cx="12191999" cy="2028525"/>
          </a:xfrm>
          <a:prstGeom prst="rect">
            <a:avLst/>
          </a:prstGeom>
          <a:ln>
            <a:noFill/>
          </a:ln>
          <a:effectLst>
            <a:outerShdw blurRad="228600" dist="25400" dir="5400000" sx="94000" sy="94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4" name="Rectangle 3">
            <a:extLst>
              <a:ext uri="{FF2B5EF4-FFF2-40B4-BE49-F238E27FC236}">
                <a16:creationId xmlns:a16="http://schemas.microsoft.com/office/drawing/2014/main" id="{4A3749AB-C065-8805-5DB3-B2B6037D958D}"/>
              </a:ext>
              <a:ext uri="{C183D7F6-B498-43B3-948B-1728B52AA6E4}">
                <adec:decorative xmlns:adec="http://schemas.microsoft.com/office/drawing/2017/decorative" val="1"/>
              </a:ext>
            </a:extLst>
          </p:cNvPr>
          <p:cNvSpPr/>
          <p:nvPr/>
        </p:nvSpPr>
        <p:spPr>
          <a:xfrm>
            <a:off x="4761780" y="0"/>
            <a:ext cx="7430220" cy="6858000"/>
          </a:xfrm>
          <a:prstGeom prst="rect">
            <a:avLst/>
          </a:prstGeom>
          <a:ln>
            <a:noFill/>
          </a:ln>
          <a:effectLst>
            <a:outerShdw blurRad="304800" dist="50800" dir="5400000" sx="96000" sy="96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200" y="433551"/>
            <a:ext cx="3836126" cy="1434662"/>
          </a:xfrm>
        </p:spPr>
        <p:txBody>
          <a:bodyPr vert="horz" lIns="91440" tIns="45720" rIns="91440" bIns="45720" rtlCol="0" anchor="b">
            <a:normAutofit/>
          </a:bodyPr>
          <a:lstStyle>
            <a:lvl1pPr>
              <a:defRPr lang="en-US"/>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457200" y="2413678"/>
            <a:ext cx="3836126" cy="389252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457200" y="6398016"/>
            <a:ext cx="1505607" cy="365125"/>
          </a:xfrm>
        </p:spPr>
        <p:txBody>
          <a:bodyPr/>
          <a:lstStyle/>
          <a:p>
            <a:fld id="{E8B55424-EBC7-46E1-8859-6D5273AFBC59}" type="datetime1">
              <a:rPr lang="en-US" smtClean="0"/>
              <a:t>11/19/2025</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1962807" y="6398016"/>
            <a:ext cx="2204852" cy="365125"/>
          </a:xfrm>
        </p:spPr>
        <p:txBody>
          <a:bodyPr/>
          <a:lstStyle>
            <a:lvl1pPr>
              <a:defRPr>
                <a:solidFill>
                  <a:schemeClr val="tx1"/>
                </a:solidFill>
                <a:effectLst/>
              </a:defRPr>
            </a:lvl1p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4160345" y="6398016"/>
            <a:ext cx="512380" cy="365125"/>
          </a:xfrm>
        </p:spPr>
        <p:txBody>
          <a:bodyPr/>
          <a:lstStyle>
            <a:lvl1pPr>
              <a:defRPr>
                <a:solidFill>
                  <a:schemeClr val="tx1"/>
                </a:solidFill>
                <a:effectLst/>
              </a:defRPr>
            </a:lvl1pPr>
          </a:lstStyle>
          <a:p>
            <a:fld id="{CC057153-B650-4DEB-B370-79DDCFDCE934}" type="slidenum">
              <a:rPr lang="en-US" smtClean="0"/>
              <a:pPr/>
              <a:t>‹#›</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4761780" y="0"/>
            <a:ext cx="7430219" cy="6858000"/>
          </a:xfrm>
          <a:blipFill>
            <a:blip r:embed="rId2">
              <a:alphaModFix amt="70000"/>
            </a:blip>
            <a:stretch>
              <a:fillRect/>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212718981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ontent with Picture 10">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06E37833-A2C4-7FCB-8584-0EB3A49F1699}"/>
              </a:ext>
              <a:ext uri="{C183D7F6-B498-43B3-948B-1728B52AA6E4}">
                <adec:decorative xmlns:adec="http://schemas.microsoft.com/office/drawing/2017/decorative" val="1"/>
              </a:ext>
            </a:extLst>
          </p:cNvPr>
          <p:cNvSpPr/>
          <p:nvPr/>
        </p:nvSpPr>
        <p:spPr>
          <a:xfrm>
            <a:off x="0" y="0"/>
            <a:ext cx="7820774" cy="6858000"/>
          </a:xfrm>
          <a:prstGeom prst="rect">
            <a:avLst/>
          </a:prstGeom>
          <a:ln>
            <a:noFill/>
          </a:ln>
          <a:effectLst>
            <a:outerShdw blurRad="304800" dist="38100" dir="5400000" sx="97000" sy="97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343102" y="1078992"/>
            <a:ext cx="3273552" cy="1942773"/>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0"/>
            <a:ext cx="7820774" cy="6858000"/>
          </a:xfrm>
          <a:blipFill>
            <a:blip r:embed="rId2">
              <a:alphaModFix amt="70000"/>
            </a:blip>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344096" y="3188858"/>
            <a:ext cx="3273552" cy="2864469"/>
          </a:xfrm>
        </p:spPr>
        <p:txBody>
          <a:bodyPr>
            <a:normAutofit/>
          </a:bodyPr>
          <a:lstStyle>
            <a:lvl1pPr marL="0" indent="0">
              <a:buNone/>
              <a:defRPr sz="16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8343102" y="6397586"/>
            <a:ext cx="1003659" cy="365125"/>
          </a:xfrm>
        </p:spPr>
        <p:txBody>
          <a:bodyPr/>
          <a:lstStyle>
            <a:lvl1pPr>
              <a:defRPr>
                <a:solidFill>
                  <a:schemeClr val="tx1"/>
                </a:solidFill>
                <a:effectLst/>
              </a:defRPr>
            </a:lvl1pPr>
          </a:lstStyle>
          <a:p>
            <a:fld id="{687E338B-BF3D-4703-A59F-B3957392DDB6}" type="datetime1">
              <a:rPr lang="en-US" smtClean="0"/>
              <a:t>11/19/2025</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9346761" y="6397586"/>
            <a:ext cx="2335165" cy="365125"/>
          </a:xfrm>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24673470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ontent with Picture 11">
    <p:spTree>
      <p:nvGrpSpPr>
        <p:cNvPr id="1" name=""/>
        <p:cNvGrpSpPr/>
        <p:nvPr/>
      </p:nvGrpSpPr>
      <p:grpSpPr>
        <a:xfrm>
          <a:off x="0" y="0"/>
          <a:ext cx="0" cy="0"/>
          <a:chOff x="0" y="0"/>
          <a:chExt cx="0" cy="0"/>
        </a:xfrm>
      </p:grpSpPr>
      <p:sp useBgFill="1">
        <p:nvSpPr>
          <p:cNvPr id="3" name="Rectangle 2">
            <a:extLst>
              <a:ext uri="{FF2B5EF4-FFF2-40B4-BE49-F238E27FC236}">
                <a16:creationId xmlns:a16="http://schemas.microsoft.com/office/drawing/2014/main" id="{B6CED154-A4D5-E707-22BD-0D80A9C97293}"/>
              </a:ext>
              <a:ext uri="{C183D7F6-B498-43B3-948B-1728B52AA6E4}">
                <adec:decorative xmlns:adec="http://schemas.microsoft.com/office/drawing/2017/decorative" val="1"/>
              </a:ext>
            </a:extLst>
          </p:cNvPr>
          <p:cNvSpPr/>
          <p:nvPr/>
        </p:nvSpPr>
        <p:spPr>
          <a:xfrm>
            <a:off x="0" y="1"/>
            <a:ext cx="12192000" cy="4635132"/>
          </a:xfrm>
          <a:prstGeom prst="rect">
            <a:avLst/>
          </a:prstGeom>
          <a:ln>
            <a:noFill/>
          </a:ln>
          <a:effectLst>
            <a:outerShdw blurRad="254000" dist="50800" dir="5400000" sx="97000" sy="97000" algn="t" rotWithShape="0">
              <a:srgbClr val="000000">
                <a:alpha val="23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199" y="5012268"/>
            <a:ext cx="4028615" cy="1390330"/>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0"/>
            <a:ext cx="12192000" cy="4635132"/>
          </a:xfrm>
          <a:blipFill>
            <a:blip r:embed="rId2">
              <a:alphaModFix amt="70000"/>
            </a:blip>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5349240" y="5012267"/>
            <a:ext cx="6400800" cy="1390330"/>
          </a:xfrm>
        </p:spPr>
        <p:txBody>
          <a:bodyPr>
            <a:normAutofit/>
          </a:bodyPr>
          <a:lstStyle>
            <a:lvl1pPr marL="0" indent="0">
              <a:buFont typeface="Arial" panose="020B0604020202020204" pitchFamily="34" charset="0"/>
              <a:buNone/>
              <a:defRPr sz="1600"/>
            </a:lvl1pPr>
            <a:lvl2pPr marL="228600" indent="0">
              <a:buFont typeface="Arial" panose="020B0604020202020204" pitchFamily="34" charset="0"/>
              <a:buNone/>
              <a:defRPr sz="1400"/>
            </a:lvl2pPr>
            <a:lvl3pPr marL="457200" indent="0">
              <a:buFont typeface="Arial" panose="020B0604020202020204" pitchFamily="34" charset="0"/>
              <a:buNone/>
              <a:defRPr sz="1400"/>
            </a:lvl3pPr>
            <a:lvl4pPr marL="685800" indent="0">
              <a:buFont typeface="Arial" panose="020B0604020202020204" pitchFamily="34" charset="0"/>
              <a:buNone/>
              <a:defRPr sz="1400"/>
            </a:lvl4pPr>
            <a:lvl5pPr marL="914400" indent="0">
              <a:buFont typeface="Arial" panose="020B0604020202020204" pitchFamily="34" charse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88A38637-30A6-46A1-905D-C43BFC64E403}" type="datetime1">
              <a:rPr lang="en-US" smtClean="0"/>
              <a:t>11/19/2025</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10288879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ontent with Picture 12">
    <p:spTree>
      <p:nvGrpSpPr>
        <p:cNvPr id="1" name=""/>
        <p:cNvGrpSpPr/>
        <p:nvPr/>
      </p:nvGrpSpPr>
      <p:grpSpPr>
        <a:xfrm>
          <a:off x="0" y="0"/>
          <a:ext cx="0" cy="0"/>
          <a:chOff x="0" y="0"/>
          <a:chExt cx="0" cy="0"/>
        </a:xfrm>
      </p:grpSpPr>
      <p:sp useBgFill="1">
        <p:nvSpPr>
          <p:cNvPr id="3" name="Rectangle 2">
            <a:extLst>
              <a:ext uri="{FF2B5EF4-FFF2-40B4-BE49-F238E27FC236}">
                <a16:creationId xmlns:a16="http://schemas.microsoft.com/office/drawing/2014/main" id="{461C5781-4169-FC90-2551-F1D73FBC7AA7}"/>
              </a:ext>
              <a:ext uri="{C183D7F6-B498-43B3-948B-1728B52AA6E4}">
                <adec:decorative xmlns:adec="http://schemas.microsoft.com/office/drawing/2017/decorative" val="1"/>
              </a:ext>
            </a:extLst>
          </p:cNvPr>
          <p:cNvSpPr/>
          <p:nvPr/>
        </p:nvSpPr>
        <p:spPr>
          <a:xfrm>
            <a:off x="0" y="1"/>
            <a:ext cx="12192000" cy="3778270"/>
          </a:xfrm>
          <a:prstGeom prst="rect">
            <a:avLst/>
          </a:prstGeom>
          <a:ln>
            <a:noFill/>
          </a:ln>
          <a:effectLst>
            <a:outerShdw blurRad="228600" dist="50800" dir="5400000" sx="97000" sy="97000" algn="t" rotWithShape="0">
              <a:srgbClr val="000000">
                <a:alpha val="23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200" y="4162318"/>
            <a:ext cx="2953618" cy="2060682"/>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12192000" cy="3778270"/>
          </a:xfrm>
          <a:blipFill>
            <a:blip r:embed="rId2">
              <a:alphaModFix amt="70000"/>
            </a:blip>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977640" y="4162318"/>
            <a:ext cx="7772400" cy="2158015"/>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D25DBAE6-5400-4DF5-8C4B-BBB4EE1BC900}" type="datetime1">
              <a:rPr lang="en-US" smtClean="0"/>
              <a:t>11/19/2025</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62591928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Content with Picture 13">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682B848B-B9C7-8732-7DEB-4C1970F465A2}"/>
              </a:ext>
              <a:ext uri="{C183D7F6-B498-43B3-948B-1728B52AA6E4}">
                <adec:decorative xmlns:adec="http://schemas.microsoft.com/office/drawing/2017/decorative" val="1"/>
              </a:ext>
            </a:extLst>
          </p:cNvPr>
          <p:cNvSpPr/>
          <p:nvPr/>
        </p:nvSpPr>
        <p:spPr>
          <a:xfrm>
            <a:off x="0" y="-1"/>
            <a:ext cx="12191999" cy="1347109"/>
          </a:xfrm>
          <a:prstGeom prst="rect">
            <a:avLst/>
          </a:prstGeom>
          <a:ln>
            <a:noFill/>
          </a:ln>
          <a:effectLst>
            <a:outerShdw blurRad="228600" dist="25400" dir="5400000" sx="94000" sy="94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200" y="457200"/>
            <a:ext cx="11128248" cy="524577"/>
          </a:xfrm>
        </p:spPr>
        <p:txBody>
          <a:bodyPr anchor="b"/>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1347108"/>
            <a:ext cx="6831915" cy="5510891"/>
          </a:xfrm>
          <a:blipFill>
            <a:blip r:embed="rId2">
              <a:alphaModFix amt="70000"/>
            </a:blip>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C1897688-419F-6EB2-5CC1-DC14924E5FC3}"/>
              </a:ext>
            </a:extLst>
          </p:cNvPr>
          <p:cNvSpPr>
            <a:spLocks noGrp="1"/>
          </p:cNvSpPr>
          <p:nvPr>
            <p:ph sz="quarter" idx="14"/>
          </p:nvPr>
        </p:nvSpPr>
        <p:spPr>
          <a:xfrm>
            <a:off x="7362494" y="1804308"/>
            <a:ext cx="4251960" cy="44256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7362494" y="6397586"/>
            <a:ext cx="961699" cy="365125"/>
          </a:xfrm>
        </p:spPr>
        <p:txBody>
          <a:bodyPr/>
          <a:lstStyle/>
          <a:p>
            <a:fld id="{0A184987-775C-414E-A434-6A26397CAAA1}" type="datetime1">
              <a:rPr lang="en-US" smtClean="0"/>
              <a:t>11/19/2025</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77976790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Content with Picture 14">
    <p:spTree>
      <p:nvGrpSpPr>
        <p:cNvPr id="1" name=""/>
        <p:cNvGrpSpPr/>
        <p:nvPr/>
      </p:nvGrpSpPr>
      <p:grpSpPr>
        <a:xfrm>
          <a:off x="0" y="0"/>
          <a:ext cx="0" cy="0"/>
          <a:chOff x="0" y="0"/>
          <a:chExt cx="0" cy="0"/>
        </a:xfrm>
      </p:grpSpPr>
      <p:sp useBgFill="1">
        <p:nvSpPr>
          <p:cNvPr id="3" name="Rectangle 2">
            <a:extLst>
              <a:ext uri="{FF2B5EF4-FFF2-40B4-BE49-F238E27FC236}">
                <a16:creationId xmlns:a16="http://schemas.microsoft.com/office/drawing/2014/main" id="{2655112C-BE7C-E373-6111-176B47FC81A6}"/>
              </a:ext>
              <a:ext uri="{C183D7F6-B498-43B3-948B-1728B52AA6E4}">
                <adec:decorative xmlns:adec="http://schemas.microsoft.com/office/drawing/2017/decorative" val="1"/>
              </a:ext>
            </a:extLst>
          </p:cNvPr>
          <p:cNvSpPr/>
          <p:nvPr/>
        </p:nvSpPr>
        <p:spPr>
          <a:xfrm>
            <a:off x="0" y="0"/>
            <a:ext cx="5586984" cy="6858000"/>
          </a:xfrm>
          <a:prstGeom prst="rect">
            <a:avLst/>
          </a:prstGeom>
          <a:solidFill>
            <a:schemeClr val="bg1"/>
          </a:solidFill>
          <a:ln>
            <a:noFill/>
          </a:ln>
          <a:effectLst>
            <a:outerShdw blurRad="228600" dist="38100" dir="5400000" sx="94000" sy="94000" algn="t" rotWithShape="0">
              <a:srgbClr val="000000">
                <a:alpha val="2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199" y="457200"/>
            <a:ext cx="4482573" cy="1453896"/>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559502" y="2175642"/>
            <a:ext cx="4380271" cy="4124756"/>
          </a:xfrm>
          <a:blipFill>
            <a:blip r:embed="rId2">
              <a:alphaModFix amt="70000"/>
            </a:blip>
            <a:stretch>
              <a:fillRect/>
            </a:stretch>
          </a:blipFill>
        </p:spPr>
        <p:txBody>
          <a:bodyPr/>
          <a:lstStyle>
            <a:lvl1pPr marL="0" indent="0">
              <a:buNone/>
              <a:defRPr/>
            </a:lvl1pPr>
          </a:lstStyle>
          <a:p>
            <a:r>
              <a:rPr lang="en-US" dirty="0"/>
              <a:t> </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DFB7A35F-A8C8-4DA9-BE13-530FB142BCA4}" type="datetime1">
              <a:rPr lang="en-US" smtClean="0"/>
              <a:t>11/19/2025</a:t>
            </a:fld>
            <a:endParaRPr lang="en-US"/>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6096000" y="457201"/>
            <a:ext cx="5585925" cy="5875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89748345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Content with Picture 15">
    <p:spTree>
      <p:nvGrpSpPr>
        <p:cNvPr id="1" name=""/>
        <p:cNvGrpSpPr/>
        <p:nvPr/>
      </p:nvGrpSpPr>
      <p:grpSpPr>
        <a:xfrm>
          <a:off x="0" y="0"/>
          <a:ext cx="0" cy="0"/>
          <a:chOff x="0" y="0"/>
          <a:chExt cx="0" cy="0"/>
        </a:xfrm>
      </p:grpSpPr>
      <p:sp useBgFill="1">
        <p:nvSpPr>
          <p:cNvPr id="3" name="Rectangle 2">
            <a:extLst>
              <a:ext uri="{FF2B5EF4-FFF2-40B4-BE49-F238E27FC236}">
                <a16:creationId xmlns:a16="http://schemas.microsoft.com/office/drawing/2014/main" id="{2655112C-BE7C-E373-6111-176B47FC81A6}"/>
              </a:ext>
              <a:ext uri="{C183D7F6-B498-43B3-948B-1728B52AA6E4}">
                <adec:decorative xmlns:adec="http://schemas.microsoft.com/office/drawing/2017/decorative" val="1"/>
              </a:ext>
            </a:extLst>
          </p:cNvPr>
          <p:cNvSpPr/>
          <p:nvPr/>
        </p:nvSpPr>
        <p:spPr>
          <a:xfrm>
            <a:off x="-1" y="0"/>
            <a:ext cx="5584207" cy="6858000"/>
          </a:xfrm>
          <a:prstGeom prst="rect">
            <a:avLst/>
          </a:prstGeom>
          <a:solidFill>
            <a:schemeClr val="bg1"/>
          </a:solidFill>
          <a:ln>
            <a:noFill/>
          </a:ln>
          <a:effectLst>
            <a:outerShdw blurRad="228600" dist="38100" dir="5400000" sx="94000" sy="94000" algn="t" rotWithShape="0">
              <a:srgbClr val="000000">
                <a:alpha val="2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200" y="457200"/>
            <a:ext cx="4380272" cy="1453896"/>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2175642"/>
            <a:ext cx="5584206" cy="4682358"/>
          </a:xfrm>
          <a:blipFill>
            <a:blip r:embed="rId2">
              <a:alphaModFix amt="70000"/>
            </a:blip>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6096000" y="457201"/>
            <a:ext cx="5585925" cy="5875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6096000" y="6397586"/>
            <a:ext cx="2228193" cy="365125"/>
          </a:xfrm>
        </p:spPr>
        <p:txBody>
          <a:bodyPr/>
          <a:lstStyle/>
          <a:p>
            <a:fld id="{2E427443-1453-43D2-A6BE-3418A0D36CD6}" type="datetime1">
              <a:rPr lang="en-US" smtClean="0"/>
              <a:t>11/19/2025</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129370139"/>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Content with Picture 16">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E5809B3C-AC74-5DC3-09FA-57A871BE9AD3}"/>
              </a:ext>
              <a:ext uri="{C183D7F6-B498-43B3-948B-1728B52AA6E4}">
                <adec:decorative xmlns:adec="http://schemas.microsoft.com/office/drawing/2017/decorative" val="1"/>
              </a:ext>
            </a:extLst>
          </p:cNvPr>
          <p:cNvSpPr/>
          <p:nvPr/>
        </p:nvSpPr>
        <p:spPr>
          <a:xfrm>
            <a:off x="1" y="-1"/>
            <a:ext cx="4612921" cy="6858001"/>
          </a:xfrm>
          <a:prstGeom prst="rect">
            <a:avLst/>
          </a:prstGeom>
          <a:ln>
            <a:noFill/>
          </a:ln>
          <a:effectLst>
            <a:outerShdw blurRad="228600" dist="25400" dir="5400000" sx="94000" sy="94000" algn="t" rotWithShape="0">
              <a:srgbClr val="000000">
                <a:alpha val="17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200" y="457200"/>
            <a:ext cx="3815079" cy="1453896"/>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559503" y="2295144"/>
            <a:ext cx="3515063" cy="4005253"/>
          </a:xfrm>
          <a:blipFill>
            <a:blip r:embed="rId2">
              <a:alphaModFix amt="70000"/>
            </a:blip>
            <a:stretch>
              <a:fillRect/>
            </a:stretch>
          </a:blipFill>
        </p:spPr>
        <p:txBody>
          <a:bodyPr/>
          <a:lstStyle>
            <a:lvl1pPr marL="0" indent="0">
              <a:buNone/>
              <a:defRPr/>
            </a:lvl1pPr>
          </a:lstStyle>
          <a:p>
            <a:r>
              <a:rPr lang="en-US" dirty="0"/>
              <a:t> </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81EF4EFF-C2CF-47AD-8F36-4EE8C96E9290}" type="datetime1">
              <a:rPr lang="en-US" smtClean="0"/>
              <a:t>11/19/2025</a:t>
            </a:fld>
            <a:endParaRPr lang="en-US"/>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5143500" y="457200"/>
            <a:ext cx="6434138" cy="58515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873807753"/>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Number Larg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E16C637-FAC3-7DF2-CC8F-FE7D220ADEB3}"/>
              </a:ext>
              <a:ext uri="{C183D7F6-B498-43B3-948B-1728B52AA6E4}">
                <adec:decorative xmlns:adec="http://schemas.microsoft.com/office/drawing/2017/decorative" val="1"/>
              </a:ext>
            </a:extLst>
          </p:cNvPr>
          <p:cNvSpPr/>
          <p:nvPr/>
        </p:nvSpPr>
        <p:spPr>
          <a:xfrm>
            <a:off x="1" y="0"/>
            <a:ext cx="8068234" cy="6858000"/>
          </a:xfrm>
          <a:prstGeom prst="rect">
            <a:avLst/>
          </a:prstGeom>
          <a:solidFill>
            <a:schemeClr val="bg1"/>
          </a:solidFill>
          <a:ln>
            <a:noFill/>
          </a:ln>
          <a:effectLst>
            <a:outerShdw blurRad="304800" dist="50800" dir="5400000" sx="96000" sy="96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2">
                  <a:lumMod val="75000"/>
                </a:schemeClr>
              </a:solidFill>
            </a:endParaRPr>
          </a:p>
        </p:txBody>
      </p:sp>
      <p:sp>
        <p:nvSpPr>
          <p:cNvPr id="2" name="Title 1">
            <a:extLst>
              <a:ext uri="{FF2B5EF4-FFF2-40B4-BE49-F238E27FC236}">
                <a16:creationId xmlns:a16="http://schemas.microsoft.com/office/drawing/2014/main" id="{8F12B57A-5AF8-8EF0-32CC-A60A2FCCA442}"/>
              </a:ext>
            </a:extLst>
          </p:cNvPr>
          <p:cNvSpPr>
            <a:spLocks noGrp="1"/>
          </p:cNvSpPr>
          <p:nvPr>
            <p:ph type="title"/>
          </p:nvPr>
        </p:nvSpPr>
        <p:spPr>
          <a:xfrm>
            <a:off x="8513064" y="1490472"/>
            <a:ext cx="3191256" cy="3886200"/>
          </a:xfrm>
        </p:spPr>
        <p:txBody>
          <a:bodyPr anchor="ctr">
            <a:normAutofit/>
          </a:bodyPr>
          <a:lstStyle>
            <a:lvl1pPr>
              <a:lnSpc>
                <a:spcPct val="110000"/>
              </a:lnSpc>
              <a:defRPr sz="2800"/>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2EC150EA-B3AC-0583-FF59-664CCE07E947}"/>
              </a:ext>
            </a:extLst>
          </p:cNvPr>
          <p:cNvSpPr>
            <a:spLocks noGrp="1"/>
          </p:cNvSpPr>
          <p:nvPr>
            <p:ph sz="quarter" idx="13" hasCustomPrompt="1"/>
          </p:nvPr>
        </p:nvSpPr>
        <p:spPr>
          <a:xfrm>
            <a:off x="457200" y="1078992"/>
            <a:ext cx="7068312" cy="4709160"/>
          </a:xfrm>
        </p:spPr>
        <p:txBody>
          <a:bodyPr anchor="ctr">
            <a:normAutofit/>
          </a:bodyPr>
          <a:lstStyle>
            <a:lvl1pPr marL="0" indent="0" algn="ctr">
              <a:lnSpc>
                <a:spcPct val="90000"/>
              </a:lnSpc>
              <a:buNone/>
              <a:defRPr sz="22500">
                <a:solidFill>
                  <a:schemeClr val="accent1"/>
                </a:solidFill>
              </a:defRPr>
            </a:lvl1pPr>
          </a:lstStyle>
          <a:p>
            <a:pPr lvl="0"/>
            <a:r>
              <a:rPr lang="en-US" dirty="0"/>
              <a:t>##%</a:t>
            </a:r>
          </a:p>
        </p:txBody>
      </p:sp>
      <p:sp>
        <p:nvSpPr>
          <p:cNvPr id="3" name="Date Placeholder 2">
            <a:extLst>
              <a:ext uri="{FF2B5EF4-FFF2-40B4-BE49-F238E27FC236}">
                <a16:creationId xmlns:a16="http://schemas.microsoft.com/office/drawing/2014/main" id="{14E54E3B-6896-DB25-3CE5-508BA2AF4BCB}"/>
              </a:ext>
            </a:extLst>
          </p:cNvPr>
          <p:cNvSpPr>
            <a:spLocks noGrp="1"/>
          </p:cNvSpPr>
          <p:nvPr>
            <p:ph type="dt" sz="half" idx="10"/>
          </p:nvPr>
        </p:nvSpPr>
        <p:spPr/>
        <p:txBody>
          <a:bodyPr/>
          <a:lstStyle/>
          <a:p>
            <a:fld id="{4F8A6790-75BA-414B-8318-2A9AAE2CCA04}" type="datetime1">
              <a:rPr lang="en-US" smtClean="0"/>
              <a:t>11/19/2025</a:t>
            </a:fld>
            <a:endParaRPr lang="en-US"/>
          </a:p>
        </p:txBody>
      </p:sp>
      <p:sp>
        <p:nvSpPr>
          <p:cNvPr id="4" name="Footer Placeholder 3">
            <a:extLst>
              <a:ext uri="{FF2B5EF4-FFF2-40B4-BE49-F238E27FC236}">
                <a16:creationId xmlns:a16="http://schemas.microsoft.com/office/drawing/2014/main" id="{945F8CBA-49FB-D90D-DFD0-9B5213A65574}"/>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1429D571-ECED-7C02-93F2-7A94DE270319}"/>
              </a:ext>
            </a:extLst>
          </p:cNvPr>
          <p:cNvSpPr>
            <a:spLocks noGrp="1"/>
          </p:cNvSpPr>
          <p:nvPr>
            <p:ph type="sldNum" sz="quarter" idx="12"/>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1780300254"/>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Number Large 2">
    <p:spTree>
      <p:nvGrpSpPr>
        <p:cNvPr id="1" name=""/>
        <p:cNvGrpSpPr/>
        <p:nvPr/>
      </p:nvGrpSpPr>
      <p:grpSpPr>
        <a:xfrm>
          <a:off x="0" y="0"/>
          <a:ext cx="0" cy="0"/>
          <a:chOff x="0" y="0"/>
          <a:chExt cx="0" cy="0"/>
        </a:xfrm>
      </p:grpSpPr>
      <p:sp useBgFill="1">
        <p:nvSpPr>
          <p:cNvPr id="6" name="Rectangle 5">
            <a:extLst>
              <a:ext uri="{FF2B5EF4-FFF2-40B4-BE49-F238E27FC236}">
                <a16:creationId xmlns:a16="http://schemas.microsoft.com/office/drawing/2014/main" id="{840E309F-AAB7-BC84-BA3D-1B758FB35CCC}"/>
              </a:ext>
              <a:ext uri="{C183D7F6-B498-43B3-948B-1728B52AA6E4}">
                <adec:decorative xmlns:adec="http://schemas.microsoft.com/office/drawing/2017/decorative" val="1"/>
              </a:ext>
            </a:extLst>
          </p:cNvPr>
          <p:cNvSpPr/>
          <p:nvPr/>
        </p:nvSpPr>
        <p:spPr>
          <a:xfrm>
            <a:off x="1" y="0"/>
            <a:ext cx="12191999" cy="4939393"/>
          </a:xfrm>
          <a:prstGeom prst="rect">
            <a:avLst/>
          </a:prstGeom>
          <a:ln>
            <a:noFill/>
          </a:ln>
          <a:effectLst>
            <a:outerShdw blurRad="304800" dist="50800" dir="5400000" sx="96000" sy="96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F12B57A-5AF8-8EF0-32CC-A60A2FCCA442}"/>
              </a:ext>
            </a:extLst>
          </p:cNvPr>
          <p:cNvSpPr>
            <a:spLocks noGrp="1"/>
          </p:cNvSpPr>
          <p:nvPr>
            <p:ph type="title"/>
          </p:nvPr>
        </p:nvSpPr>
        <p:spPr>
          <a:xfrm>
            <a:off x="1225296" y="5202936"/>
            <a:ext cx="9738360" cy="1152144"/>
          </a:xfrm>
        </p:spPr>
        <p:txBody>
          <a:bodyPr anchor="ctr">
            <a:normAutofit/>
          </a:bodyPr>
          <a:lstStyle>
            <a:lvl1pPr algn="ctr">
              <a:lnSpc>
                <a:spcPct val="110000"/>
              </a:lnSpc>
              <a:defRPr sz="2800"/>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2EC150EA-B3AC-0583-FF59-664CCE07E947}"/>
              </a:ext>
            </a:extLst>
          </p:cNvPr>
          <p:cNvSpPr>
            <a:spLocks noGrp="1"/>
          </p:cNvSpPr>
          <p:nvPr>
            <p:ph sz="quarter" idx="13" hasCustomPrompt="1"/>
          </p:nvPr>
        </p:nvSpPr>
        <p:spPr>
          <a:xfrm>
            <a:off x="822960" y="676656"/>
            <a:ext cx="10543032" cy="3675888"/>
          </a:xfrm>
        </p:spPr>
        <p:txBody>
          <a:bodyPr anchor="b">
            <a:normAutofit/>
          </a:bodyPr>
          <a:lstStyle>
            <a:lvl1pPr marL="0" indent="0" algn="ctr">
              <a:lnSpc>
                <a:spcPct val="90000"/>
              </a:lnSpc>
              <a:buNone/>
              <a:defRPr sz="23200">
                <a:solidFill>
                  <a:schemeClr val="accent1"/>
                </a:solidFill>
              </a:defRPr>
            </a:lvl1pPr>
          </a:lstStyle>
          <a:p>
            <a:pPr lvl="0"/>
            <a:r>
              <a:rPr lang="en-US" dirty="0"/>
              <a:t>##%</a:t>
            </a:r>
          </a:p>
        </p:txBody>
      </p:sp>
      <p:sp>
        <p:nvSpPr>
          <p:cNvPr id="3" name="Date Placeholder 2">
            <a:extLst>
              <a:ext uri="{FF2B5EF4-FFF2-40B4-BE49-F238E27FC236}">
                <a16:creationId xmlns:a16="http://schemas.microsoft.com/office/drawing/2014/main" id="{14E54E3B-6896-DB25-3CE5-508BA2AF4BCB}"/>
              </a:ext>
            </a:extLst>
          </p:cNvPr>
          <p:cNvSpPr>
            <a:spLocks noGrp="1"/>
          </p:cNvSpPr>
          <p:nvPr>
            <p:ph type="dt" sz="half" idx="10"/>
          </p:nvPr>
        </p:nvSpPr>
        <p:spPr/>
        <p:txBody>
          <a:bodyPr/>
          <a:lstStyle/>
          <a:p>
            <a:fld id="{A7207974-E5D4-4A20-A93A-AE6E2A45EC40}" type="datetime1">
              <a:rPr lang="en-US" smtClean="0"/>
              <a:t>11/19/2025</a:t>
            </a:fld>
            <a:endParaRPr lang="en-US"/>
          </a:p>
        </p:txBody>
      </p:sp>
      <p:sp>
        <p:nvSpPr>
          <p:cNvPr id="4" name="Footer Placeholder 3">
            <a:extLst>
              <a:ext uri="{FF2B5EF4-FFF2-40B4-BE49-F238E27FC236}">
                <a16:creationId xmlns:a16="http://schemas.microsoft.com/office/drawing/2014/main" id="{945F8CBA-49FB-D90D-DFD0-9B5213A65574}"/>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1429D571-ECED-7C02-93F2-7A94DE270319}"/>
              </a:ext>
            </a:extLst>
          </p:cNvPr>
          <p:cNvSpPr>
            <a:spLocks noGrp="1"/>
          </p:cNvSpPr>
          <p:nvPr>
            <p:ph type="sldNum" sz="quarter" idx="12"/>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1909522034"/>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p:cSld name="Number Large 3">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8BDFEE4E-D15F-E3E3-4D23-B7EF7744FFDB}"/>
              </a:ext>
            </a:extLst>
          </p:cNvPr>
          <p:cNvSpPr/>
          <p:nvPr/>
        </p:nvSpPr>
        <p:spPr>
          <a:xfrm>
            <a:off x="0" y="4939392"/>
            <a:ext cx="12192000" cy="1918607"/>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F12B57A-5AF8-8EF0-32CC-A60A2FCCA442}"/>
              </a:ext>
            </a:extLst>
          </p:cNvPr>
          <p:cNvSpPr>
            <a:spLocks noGrp="1"/>
          </p:cNvSpPr>
          <p:nvPr>
            <p:ph type="title"/>
          </p:nvPr>
        </p:nvSpPr>
        <p:spPr>
          <a:xfrm>
            <a:off x="1225296" y="5321808"/>
            <a:ext cx="9738360" cy="1152144"/>
          </a:xfrm>
        </p:spPr>
        <p:txBody>
          <a:bodyPr anchor="ctr">
            <a:normAutofit/>
          </a:bodyPr>
          <a:lstStyle>
            <a:lvl1pPr algn="ctr">
              <a:lnSpc>
                <a:spcPct val="110000"/>
              </a:lnSpc>
              <a:defRPr sz="2800">
                <a:solidFill>
                  <a:schemeClr val="bg1"/>
                </a:solidFill>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2EC150EA-B3AC-0583-FF59-664CCE07E947}"/>
              </a:ext>
            </a:extLst>
          </p:cNvPr>
          <p:cNvSpPr>
            <a:spLocks noGrp="1"/>
          </p:cNvSpPr>
          <p:nvPr>
            <p:ph sz="quarter" idx="13" hasCustomPrompt="1"/>
          </p:nvPr>
        </p:nvSpPr>
        <p:spPr>
          <a:xfrm>
            <a:off x="822960" y="676656"/>
            <a:ext cx="10543032" cy="3675888"/>
          </a:xfrm>
        </p:spPr>
        <p:txBody>
          <a:bodyPr anchor="b">
            <a:normAutofit/>
          </a:bodyPr>
          <a:lstStyle>
            <a:lvl1pPr marL="0" indent="0" algn="ctr">
              <a:lnSpc>
                <a:spcPct val="90000"/>
              </a:lnSpc>
              <a:buNone/>
              <a:defRPr sz="23200">
                <a:solidFill>
                  <a:schemeClr val="tx2"/>
                </a:solidFill>
              </a:defRPr>
            </a:lvl1pPr>
          </a:lstStyle>
          <a:p>
            <a:pPr lvl="0"/>
            <a:r>
              <a:rPr lang="en-US" dirty="0"/>
              <a:t>##%</a:t>
            </a:r>
          </a:p>
        </p:txBody>
      </p:sp>
      <p:sp>
        <p:nvSpPr>
          <p:cNvPr id="3" name="Date Placeholder 2">
            <a:extLst>
              <a:ext uri="{FF2B5EF4-FFF2-40B4-BE49-F238E27FC236}">
                <a16:creationId xmlns:a16="http://schemas.microsoft.com/office/drawing/2014/main" id="{14E54E3B-6896-DB25-3CE5-508BA2AF4BCB}"/>
              </a:ext>
            </a:extLst>
          </p:cNvPr>
          <p:cNvSpPr>
            <a:spLocks noGrp="1"/>
          </p:cNvSpPr>
          <p:nvPr>
            <p:ph type="dt" sz="half" idx="10"/>
          </p:nvPr>
        </p:nvSpPr>
        <p:spPr/>
        <p:txBody>
          <a:bodyPr/>
          <a:lstStyle>
            <a:lvl1pPr>
              <a:defRPr>
                <a:solidFill>
                  <a:schemeClr val="bg1"/>
                </a:solidFill>
              </a:defRPr>
            </a:lvl1pPr>
          </a:lstStyle>
          <a:p>
            <a:fld id="{48B62F48-34F7-4906-AB1E-DB67FF6A62C8}" type="datetime1">
              <a:rPr lang="en-US" smtClean="0"/>
              <a:t>11/19/2025</a:t>
            </a:fld>
            <a:endParaRPr lang="en-US"/>
          </a:p>
        </p:txBody>
      </p:sp>
      <p:sp>
        <p:nvSpPr>
          <p:cNvPr id="4" name="Footer Placeholder 3">
            <a:extLst>
              <a:ext uri="{FF2B5EF4-FFF2-40B4-BE49-F238E27FC236}">
                <a16:creationId xmlns:a16="http://schemas.microsoft.com/office/drawing/2014/main" id="{945F8CBA-49FB-D90D-DFD0-9B5213A65574}"/>
              </a:ext>
            </a:extLst>
          </p:cNvPr>
          <p:cNvSpPr>
            <a:spLocks noGrp="1"/>
          </p:cNvSpPr>
          <p:nvPr>
            <p:ph type="ftr" sz="quarter" idx="11"/>
          </p:nvPr>
        </p:nvSpPr>
        <p:spPr/>
        <p:txBody>
          <a:bodyPr/>
          <a:lstStyle>
            <a:lvl1pPr>
              <a:defRPr>
                <a:solidFill>
                  <a:schemeClr val="bg1"/>
                </a:solidFill>
              </a:defRPr>
            </a:lvl1pPr>
          </a:lstStyle>
          <a:p>
            <a:r>
              <a:rPr lang="en-US"/>
              <a:t>Sample Footer Text</a:t>
            </a:r>
          </a:p>
        </p:txBody>
      </p:sp>
      <p:sp>
        <p:nvSpPr>
          <p:cNvPr id="5" name="Slide Number Placeholder 4">
            <a:extLst>
              <a:ext uri="{FF2B5EF4-FFF2-40B4-BE49-F238E27FC236}">
                <a16:creationId xmlns:a16="http://schemas.microsoft.com/office/drawing/2014/main" id="{1429D571-ECED-7C02-93F2-7A94DE270319}"/>
              </a:ext>
            </a:extLst>
          </p:cNvPr>
          <p:cNvSpPr>
            <a:spLocks noGrp="1"/>
          </p:cNvSpPr>
          <p:nvPr>
            <p:ph type="sldNum" sz="quarter" idx="12"/>
          </p:nvPr>
        </p:nvSpPr>
        <p:spPr/>
        <p:txBody>
          <a:bodyPr/>
          <a:lstStyle>
            <a:lvl1pPr>
              <a:defRPr>
                <a:solidFill>
                  <a:schemeClr val="bg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76909935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cSld name="Statemen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719864DF-9848-D6C8-9258-3A5CE47778FD}"/>
              </a:ext>
              <a:ext uri="{C183D7F6-B498-43B3-948B-1728B52AA6E4}">
                <adec:decorative xmlns:adec="http://schemas.microsoft.com/office/drawing/2017/decorative" val="1"/>
              </a:ext>
            </a:extLst>
          </p:cNvPr>
          <p:cNvSpPr/>
          <p:nvPr/>
        </p:nvSpPr>
        <p:spPr>
          <a:xfrm>
            <a:off x="-18907" y="0"/>
            <a:ext cx="9039922" cy="6858000"/>
          </a:xfrm>
          <a:prstGeom prst="rect">
            <a:avLst/>
          </a:prstGeom>
          <a:solidFill>
            <a:schemeClr val="bg1"/>
          </a:solidFill>
          <a:ln>
            <a:noFill/>
          </a:ln>
          <a:effectLst>
            <a:outerShdw blurRad="368300" dist="63500" dir="5400000" sx="97000" sy="97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lvl1pPr>
              <a:defRPr>
                <a:solidFill>
                  <a:schemeClr val="tx2"/>
                </a:solidFill>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457200" y="417786"/>
            <a:ext cx="7811814" cy="5478517"/>
          </a:xfrm>
        </p:spPr>
        <p:txBody>
          <a:bodyPr anchor="t">
            <a:normAutofit/>
          </a:bodyPr>
          <a:lstStyle>
            <a:lvl1pPr marL="0" indent="0">
              <a:lnSpc>
                <a:spcPct val="100000"/>
              </a:lnSpc>
              <a:buNone/>
              <a:defRPr sz="5400" b="0">
                <a:solidFill>
                  <a:schemeClr val="tx2"/>
                </a:solidFill>
              </a:defRPr>
            </a:lvl1pPr>
            <a:lvl2pPr marL="228600" indent="0">
              <a:lnSpc>
                <a:spcPct val="100000"/>
              </a:lnSpc>
              <a:buNone/>
              <a:defRPr sz="4800" b="0">
                <a:solidFill>
                  <a:schemeClr val="tx2"/>
                </a:solidFill>
              </a:defRPr>
            </a:lvl2pPr>
            <a:lvl3pPr marL="457200" indent="0">
              <a:lnSpc>
                <a:spcPct val="100000"/>
              </a:lnSpc>
              <a:buNone/>
              <a:defRPr sz="4400" b="0">
                <a:solidFill>
                  <a:schemeClr val="tx2"/>
                </a:solidFill>
              </a:defRPr>
            </a:lvl3pPr>
            <a:lvl4pPr marL="685800" indent="0">
              <a:lnSpc>
                <a:spcPct val="100000"/>
              </a:lnSpc>
              <a:buNone/>
              <a:defRPr sz="4000" b="0">
                <a:solidFill>
                  <a:schemeClr val="tx2"/>
                </a:solidFill>
              </a:defRPr>
            </a:lvl4pPr>
            <a:lvl5pPr marL="914400" indent="0">
              <a:lnSpc>
                <a:spcPct val="100000"/>
              </a:lnSpc>
              <a:buNone/>
              <a:defRPr sz="3600" b="0">
                <a:solidFill>
                  <a:schemeClr val="tx2"/>
                </a:solidFill>
              </a:defRPr>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tx2"/>
                </a:solidFill>
              </a:defRPr>
            </a:lvl1pPr>
          </a:lstStyle>
          <a:p>
            <a:fld id="{B60EF676-3A05-40A6-B180-72322A5ACAD8}" type="datetime1">
              <a:rPr lang="en-US" smtClean="0"/>
              <a:t>11/19/2025</a:t>
            </a:fld>
            <a:endParaRPr lang="en-US"/>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lvl1pPr>
              <a:defRPr>
                <a:solidFill>
                  <a:schemeClr val="tx2"/>
                </a:solidFill>
              </a:defRPr>
            </a:lvl1pPr>
          </a:lstStyle>
          <a:p>
            <a:r>
              <a:rPr lang="en-US"/>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tx2"/>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1451060703"/>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cSld name="Statem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457199" y="1929384"/>
            <a:ext cx="8421625" cy="4142232"/>
          </a:xfrm>
        </p:spPr>
        <p:txBody>
          <a:bodyPr anchor="b">
            <a:normAutofit/>
          </a:bodyPr>
          <a:lstStyle>
            <a:lvl1pPr marL="0" indent="0">
              <a:lnSpc>
                <a:spcPct val="100000"/>
              </a:lnSpc>
              <a:buNone/>
              <a:defRPr sz="5000" b="1">
                <a:solidFill>
                  <a:schemeClr val="accent1"/>
                </a:solidFill>
              </a:defRPr>
            </a:lvl1pPr>
            <a:lvl2pPr marL="228600" indent="0">
              <a:lnSpc>
                <a:spcPct val="100000"/>
              </a:lnSpc>
              <a:buNone/>
              <a:defRPr sz="4400" b="1">
                <a:solidFill>
                  <a:schemeClr val="accent1"/>
                </a:solidFill>
              </a:defRPr>
            </a:lvl2pPr>
            <a:lvl3pPr marL="457200" indent="0">
              <a:lnSpc>
                <a:spcPct val="100000"/>
              </a:lnSpc>
              <a:buNone/>
              <a:defRPr sz="4000" b="1">
                <a:solidFill>
                  <a:schemeClr val="accent1"/>
                </a:solidFill>
              </a:defRPr>
            </a:lvl3pPr>
            <a:lvl4pPr marL="685800" indent="0">
              <a:lnSpc>
                <a:spcPct val="100000"/>
              </a:lnSpc>
              <a:buNone/>
              <a:defRPr sz="3600" b="1">
                <a:solidFill>
                  <a:schemeClr val="accent1"/>
                </a:solidFill>
              </a:defRPr>
            </a:lvl4pPr>
            <a:lvl5pPr marL="914400" indent="0">
              <a:lnSpc>
                <a:spcPct val="100000"/>
              </a:lnSpc>
              <a:buNone/>
              <a:defRPr sz="3200" b="1">
                <a:solidFill>
                  <a:schemeClr val="accent1"/>
                </a:solidFill>
              </a:defRPr>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B90933F6-6BEC-43B7-8100-A475DA47F46D}" type="datetime1">
              <a:rPr lang="en-US" smtClean="0"/>
              <a:t>11/19/2025</a:t>
            </a:fld>
            <a:endParaRPr lang="en-US"/>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1775184943"/>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p:cSld name="Statement 3">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lvl1pPr>
              <a:defRPr>
                <a:solidFill>
                  <a:schemeClr val="bg2"/>
                </a:solidFill>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457199" y="1929384"/>
            <a:ext cx="8421625" cy="4142232"/>
          </a:xfrm>
        </p:spPr>
        <p:txBody>
          <a:bodyPr anchor="b">
            <a:normAutofit/>
          </a:bodyPr>
          <a:lstStyle>
            <a:lvl1pPr marL="0" indent="0">
              <a:lnSpc>
                <a:spcPct val="100000"/>
              </a:lnSpc>
              <a:buNone/>
              <a:defRPr sz="5000" b="1">
                <a:solidFill>
                  <a:schemeClr val="tx1"/>
                </a:solidFill>
              </a:defRPr>
            </a:lvl1pPr>
            <a:lvl2pPr marL="228600" indent="0">
              <a:lnSpc>
                <a:spcPct val="100000"/>
              </a:lnSpc>
              <a:buNone/>
              <a:defRPr sz="4400" b="1">
                <a:solidFill>
                  <a:schemeClr val="tx1"/>
                </a:solidFill>
              </a:defRPr>
            </a:lvl2pPr>
            <a:lvl3pPr marL="457200" indent="0">
              <a:lnSpc>
                <a:spcPct val="100000"/>
              </a:lnSpc>
              <a:buNone/>
              <a:defRPr sz="4000" b="1">
                <a:solidFill>
                  <a:schemeClr val="tx1"/>
                </a:solidFill>
              </a:defRPr>
            </a:lvl3pPr>
            <a:lvl4pPr marL="685800" indent="0">
              <a:lnSpc>
                <a:spcPct val="100000"/>
              </a:lnSpc>
              <a:buNone/>
              <a:defRPr sz="3600" b="1">
                <a:solidFill>
                  <a:schemeClr val="tx1"/>
                </a:solidFill>
              </a:defRPr>
            </a:lvl4pPr>
            <a:lvl5pPr marL="914400" indent="0">
              <a:lnSpc>
                <a:spcPct val="100000"/>
              </a:lnSpc>
              <a:buNone/>
              <a:defRPr sz="3200" b="1">
                <a:solidFill>
                  <a:schemeClr val="tx1"/>
                </a:solidFill>
              </a:defRPr>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tx1"/>
                </a:solidFill>
              </a:defRPr>
            </a:lvl1pPr>
          </a:lstStyle>
          <a:p>
            <a:fld id="{AE38DC96-A184-437F-B9D7-7C48236B62EE}" type="datetime1">
              <a:rPr lang="en-US" smtClean="0"/>
              <a:t>11/19/2025</a:t>
            </a:fld>
            <a:endParaRPr lang="en-US"/>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2826402652"/>
      </p:ext>
    </p:extLst>
  </p:cSld>
  <p:clrMapOvr>
    <a:overrideClrMapping bg1="dk1" tx1="lt1" bg2="dk2" tx2="lt2" accent1="accent1" accent2="accent2" accent3="accent3" accent4="accent4" accent5="accent5" accent6="accent6" hlink="hlink" folHlink="folHlink"/>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Quote">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88044ED-5E9D-7194-BECA-3B3CCEF31AFB}"/>
              </a:ext>
              <a:ext uri="{C183D7F6-B498-43B3-948B-1728B52AA6E4}">
                <adec:decorative xmlns:adec="http://schemas.microsoft.com/office/drawing/2017/decorative" val="1"/>
              </a:ext>
            </a:extLst>
          </p:cNvPr>
          <p:cNvSpPr/>
          <p:nvPr/>
        </p:nvSpPr>
        <p:spPr>
          <a:xfrm>
            <a:off x="1" y="0"/>
            <a:ext cx="12191999" cy="4939393"/>
          </a:xfrm>
          <a:prstGeom prst="rect">
            <a:avLst/>
          </a:prstGeom>
          <a:ln>
            <a:noFill/>
          </a:ln>
          <a:effectLst>
            <a:outerShdw blurRad="304800" dist="50800" dir="5400000" sx="96000" sy="96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CBDC66A-C0BD-2A7E-C00B-2DB0DFCFA704}"/>
              </a:ext>
            </a:extLst>
          </p:cNvPr>
          <p:cNvSpPr>
            <a:spLocks noGrp="1"/>
          </p:cNvSpPr>
          <p:nvPr>
            <p:ph type="title" hasCustomPrompt="1"/>
          </p:nvPr>
        </p:nvSpPr>
        <p:spPr>
          <a:xfrm>
            <a:off x="1518799" y="5592286"/>
            <a:ext cx="9288461" cy="612820"/>
          </a:xfrm>
        </p:spPr>
        <p:txBody>
          <a:bodyPr anchor="ctr">
            <a:normAutofit/>
          </a:bodyPr>
          <a:lstStyle>
            <a:lvl1pPr>
              <a:lnSpc>
                <a:spcPct val="120000"/>
              </a:lnSpc>
              <a:defRPr sz="2200"/>
            </a:lvl1pPr>
          </a:lstStyle>
          <a:p>
            <a:r>
              <a:rPr lang="en-US" dirty="0"/>
              <a:t>Quote Author</a:t>
            </a:r>
          </a:p>
        </p:txBody>
      </p:sp>
      <p:sp>
        <p:nvSpPr>
          <p:cNvPr id="6" name="Content Placeholder 5">
            <a:extLst>
              <a:ext uri="{FF2B5EF4-FFF2-40B4-BE49-F238E27FC236}">
                <a16:creationId xmlns:a16="http://schemas.microsoft.com/office/drawing/2014/main" id="{D0E101DD-071D-875F-2EFE-1B5F7F94E90B}"/>
              </a:ext>
            </a:extLst>
          </p:cNvPr>
          <p:cNvSpPr>
            <a:spLocks noGrp="1"/>
          </p:cNvSpPr>
          <p:nvPr>
            <p:ph sz="quarter" idx="13" hasCustomPrompt="1"/>
          </p:nvPr>
        </p:nvSpPr>
        <p:spPr>
          <a:xfrm>
            <a:off x="1334073" y="706213"/>
            <a:ext cx="9473188" cy="3526970"/>
          </a:xfrm>
        </p:spPr>
        <p:txBody>
          <a:bodyPr anchor="ctr">
            <a:normAutofit/>
          </a:bodyPr>
          <a:lstStyle>
            <a:lvl1pPr marL="173736" indent="-173736">
              <a:lnSpc>
                <a:spcPct val="100000"/>
              </a:lnSpc>
              <a:buNone/>
              <a:defRPr sz="5400">
                <a:solidFill>
                  <a:schemeClr val="accent1"/>
                </a:solidFill>
              </a:defRPr>
            </a:lvl1pPr>
            <a:lvl2pPr marL="228600" indent="0">
              <a:buNone/>
              <a:defRPr/>
            </a:lvl2pPr>
            <a:lvl3pPr marL="457200" indent="0">
              <a:buNone/>
              <a:defRPr/>
            </a:lvl3pPr>
            <a:lvl4pPr marL="685800" indent="0">
              <a:buNone/>
              <a:defRPr/>
            </a:lvl4pPr>
            <a:lvl5pPr marL="914400" indent="0">
              <a:buNone/>
              <a:defRPr/>
            </a:lvl5pPr>
          </a:lstStyle>
          <a:p>
            <a:pPr lvl="0"/>
            <a:r>
              <a:rPr lang="en-US" dirty="0"/>
              <a:t>Click to edit Quote</a:t>
            </a:r>
          </a:p>
        </p:txBody>
      </p:sp>
      <p:sp>
        <p:nvSpPr>
          <p:cNvPr id="3" name="Date Placeholder 2">
            <a:extLst>
              <a:ext uri="{FF2B5EF4-FFF2-40B4-BE49-F238E27FC236}">
                <a16:creationId xmlns:a16="http://schemas.microsoft.com/office/drawing/2014/main" id="{56EC3402-09CE-02D1-1430-5F8B461337BA}"/>
              </a:ext>
            </a:extLst>
          </p:cNvPr>
          <p:cNvSpPr>
            <a:spLocks noGrp="1"/>
          </p:cNvSpPr>
          <p:nvPr>
            <p:ph type="dt" sz="half" idx="10"/>
          </p:nvPr>
        </p:nvSpPr>
        <p:spPr/>
        <p:txBody>
          <a:bodyPr/>
          <a:lstStyle/>
          <a:p>
            <a:fld id="{F56E31BB-E6D8-4FC3-85ED-2E82AF5557ED}" type="datetime1">
              <a:rPr lang="en-US" smtClean="0"/>
              <a:t>11/19/2025</a:t>
            </a:fld>
            <a:endParaRPr lang="en-US"/>
          </a:p>
        </p:txBody>
      </p:sp>
      <p:sp>
        <p:nvSpPr>
          <p:cNvPr id="4" name="Footer Placeholder 3">
            <a:extLst>
              <a:ext uri="{FF2B5EF4-FFF2-40B4-BE49-F238E27FC236}">
                <a16:creationId xmlns:a16="http://schemas.microsoft.com/office/drawing/2014/main" id="{50A1E84E-4052-C573-9A98-749E34E1025D}"/>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52975E38-B7A2-CB8F-C4CD-E2DC374D404B}"/>
              </a:ext>
            </a:extLst>
          </p:cNvPr>
          <p:cNvSpPr>
            <a:spLocks noGrp="1"/>
          </p:cNvSpPr>
          <p:nvPr>
            <p:ph type="sldNum" sz="quarter" idx="12"/>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1195873583"/>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Quote 2">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88044ED-5E9D-7194-BECA-3B3CCEF31AFB}"/>
              </a:ext>
              <a:ext uri="{C183D7F6-B498-43B3-948B-1728B52AA6E4}">
                <adec:decorative xmlns:adec="http://schemas.microsoft.com/office/drawing/2017/decorative" val="1"/>
              </a:ext>
            </a:extLst>
          </p:cNvPr>
          <p:cNvSpPr/>
          <p:nvPr/>
        </p:nvSpPr>
        <p:spPr>
          <a:xfrm>
            <a:off x="1" y="0"/>
            <a:ext cx="12191999" cy="4939393"/>
          </a:xfrm>
          <a:prstGeom prst="rect">
            <a:avLst/>
          </a:prstGeom>
          <a:ln>
            <a:noFill/>
          </a:ln>
          <a:effectLst>
            <a:outerShdw blurRad="304800" dist="50800" dir="5400000" sx="96000" sy="96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CBDC66A-C0BD-2A7E-C00B-2DB0DFCFA704}"/>
              </a:ext>
            </a:extLst>
          </p:cNvPr>
          <p:cNvSpPr>
            <a:spLocks noGrp="1"/>
          </p:cNvSpPr>
          <p:nvPr>
            <p:ph type="title" hasCustomPrompt="1"/>
          </p:nvPr>
        </p:nvSpPr>
        <p:spPr>
          <a:xfrm>
            <a:off x="603504" y="5522976"/>
            <a:ext cx="8970264" cy="758952"/>
          </a:xfrm>
        </p:spPr>
        <p:txBody>
          <a:bodyPr anchor="ctr">
            <a:normAutofit/>
          </a:bodyPr>
          <a:lstStyle>
            <a:lvl1pPr>
              <a:lnSpc>
                <a:spcPct val="120000"/>
              </a:lnSpc>
              <a:defRPr sz="2200" b="1">
                <a:solidFill>
                  <a:schemeClr val="accent1"/>
                </a:solidFill>
              </a:defRPr>
            </a:lvl1pPr>
          </a:lstStyle>
          <a:p>
            <a:r>
              <a:rPr lang="en-US" dirty="0"/>
              <a:t>Quote Author</a:t>
            </a:r>
          </a:p>
        </p:txBody>
      </p:sp>
      <p:sp>
        <p:nvSpPr>
          <p:cNvPr id="6" name="Content Placeholder 5">
            <a:extLst>
              <a:ext uri="{FF2B5EF4-FFF2-40B4-BE49-F238E27FC236}">
                <a16:creationId xmlns:a16="http://schemas.microsoft.com/office/drawing/2014/main" id="{D0E101DD-071D-875F-2EFE-1B5F7F94E90B}"/>
              </a:ext>
            </a:extLst>
          </p:cNvPr>
          <p:cNvSpPr>
            <a:spLocks noGrp="1"/>
          </p:cNvSpPr>
          <p:nvPr>
            <p:ph sz="quarter" idx="13" hasCustomPrompt="1"/>
          </p:nvPr>
        </p:nvSpPr>
        <p:spPr>
          <a:xfrm>
            <a:off x="457200" y="493776"/>
            <a:ext cx="9116568" cy="3785616"/>
          </a:xfrm>
        </p:spPr>
        <p:txBody>
          <a:bodyPr anchor="t">
            <a:normAutofit/>
          </a:bodyPr>
          <a:lstStyle>
            <a:lvl1pPr marL="173736" indent="-173736">
              <a:lnSpc>
                <a:spcPct val="100000"/>
              </a:lnSpc>
              <a:buNone/>
              <a:defRPr sz="4400">
                <a:solidFill>
                  <a:schemeClr val="tx2"/>
                </a:solidFill>
              </a:defRPr>
            </a:lvl1pPr>
            <a:lvl2pPr marL="228600" indent="0">
              <a:buNone/>
              <a:defRPr/>
            </a:lvl2pPr>
            <a:lvl3pPr marL="457200" indent="0">
              <a:buNone/>
              <a:defRPr/>
            </a:lvl3pPr>
            <a:lvl4pPr marL="685800" indent="0">
              <a:buNone/>
              <a:defRPr/>
            </a:lvl4pPr>
            <a:lvl5pPr marL="914400" indent="0">
              <a:buNone/>
              <a:defRPr/>
            </a:lvl5pPr>
          </a:lstStyle>
          <a:p>
            <a:pPr lvl="0"/>
            <a:r>
              <a:rPr lang="en-US" dirty="0"/>
              <a:t>Click to edit Quote</a:t>
            </a:r>
          </a:p>
        </p:txBody>
      </p:sp>
      <p:sp>
        <p:nvSpPr>
          <p:cNvPr id="3" name="Date Placeholder 2">
            <a:extLst>
              <a:ext uri="{FF2B5EF4-FFF2-40B4-BE49-F238E27FC236}">
                <a16:creationId xmlns:a16="http://schemas.microsoft.com/office/drawing/2014/main" id="{56EC3402-09CE-02D1-1430-5F8B461337BA}"/>
              </a:ext>
            </a:extLst>
          </p:cNvPr>
          <p:cNvSpPr>
            <a:spLocks noGrp="1"/>
          </p:cNvSpPr>
          <p:nvPr>
            <p:ph type="dt" sz="half" idx="10"/>
          </p:nvPr>
        </p:nvSpPr>
        <p:spPr/>
        <p:txBody>
          <a:bodyPr/>
          <a:lstStyle/>
          <a:p>
            <a:fld id="{E1D0B44A-3E31-40DB-9C1C-EA37B8CF3D29}" type="datetime1">
              <a:rPr lang="en-US" smtClean="0"/>
              <a:t>11/19/2025</a:t>
            </a:fld>
            <a:endParaRPr lang="en-US"/>
          </a:p>
        </p:txBody>
      </p:sp>
      <p:sp>
        <p:nvSpPr>
          <p:cNvPr id="4" name="Footer Placeholder 3">
            <a:extLst>
              <a:ext uri="{FF2B5EF4-FFF2-40B4-BE49-F238E27FC236}">
                <a16:creationId xmlns:a16="http://schemas.microsoft.com/office/drawing/2014/main" id="{50A1E84E-4052-C573-9A98-749E34E1025D}"/>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52975E38-B7A2-CB8F-C4CD-E2DC374D404B}"/>
              </a:ext>
            </a:extLst>
          </p:cNvPr>
          <p:cNvSpPr>
            <a:spLocks noGrp="1"/>
          </p:cNvSpPr>
          <p:nvPr>
            <p:ph type="sldNum" sz="quarter" idx="12"/>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3946784383"/>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p:cSld name="Quote 3">
    <p:bg>
      <p:bgPr>
        <a:solidFill>
          <a:schemeClr val="accent1">
            <a:lumMod val="7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BDC66A-C0BD-2A7E-C00B-2DB0DFCFA704}"/>
              </a:ext>
            </a:extLst>
          </p:cNvPr>
          <p:cNvSpPr>
            <a:spLocks noGrp="1"/>
          </p:cNvSpPr>
          <p:nvPr>
            <p:ph type="title" hasCustomPrompt="1"/>
          </p:nvPr>
        </p:nvSpPr>
        <p:spPr>
          <a:xfrm>
            <a:off x="1645920" y="5349240"/>
            <a:ext cx="9125712" cy="466344"/>
          </a:xfrm>
        </p:spPr>
        <p:txBody>
          <a:bodyPr anchor="ctr">
            <a:normAutofit/>
          </a:bodyPr>
          <a:lstStyle>
            <a:lvl1pPr>
              <a:lnSpc>
                <a:spcPct val="120000"/>
              </a:lnSpc>
              <a:defRPr sz="2200" b="1">
                <a:solidFill>
                  <a:schemeClr val="accent1">
                    <a:lumMod val="40000"/>
                    <a:lumOff val="60000"/>
                  </a:schemeClr>
                </a:solidFill>
              </a:defRPr>
            </a:lvl1pPr>
          </a:lstStyle>
          <a:p>
            <a:r>
              <a:rPr lang="en-US" dirty="0"/>
              <a:t>Quote Author</a:t>
            </a:r>
          </a:p>
        </p:txBody>
      </p:sp>
      <p:sp>
        <p:nvSpPr>
          <p:cNvPr id="6" name="Content Placeholder 5">
            <a:extLst>
              <a:ext uri="{FF2B5EF4-FFF2-40B4-BE49-F238E27FC236}">
                <a16:creationId xmlns:a16="http://schemas.microsoft.com/office/drawing/2014/main" id="{D0E101DD-071D-875F-2EFE-1B5F7F94E90B}"/>
              </a:ext>
            </a:extLst>
          </p:cNvPr>
          <p:cNvSpPr>
            <a:spLocks noGrp="1"/>
          </p:cNvSpPr>
          <p:nvPr>
            <p:ph sz="quarter" idx="13" hasCustomPrompt="1"/>
          </p:nvPr>
        </p:nvSpPr>
        <p:spPr>
          <a:xfrm>
            <a:off x="1499616" y="1344168"/>
            <a:ext cx="9272016" cy="3291840"/>
          </a:xfrm>
        </p:spPr>
        <p:txBody>
          <a:bodyPr anchor="ctr">
            <a:normAutofit/>
          </a:bodyPr>
          <a:lstStyle>
            <a:lvl1pPr marL="155448" indent="-155448">
              <a:lnSpc>
                <a:spcPct val="100000"/>
              </a:lnSpc>
              <a:spcBef>
                <a:spcPts val="0"/>
              </a:spcBef>
              <a:buNone/>
              <a:defRPr sz="4000">
                <a:solidFill>
                  <a:schemeClr val="tx1"/>
                </a:solidFill>
              </a:defRPr>
            </a:lvl1pPr>
            <a:lvl2pPr marL="228600" indent="0">
              <a:buNone/>
              <a:defRPr/>
            </a:lvl2pPr>
            <a:lvl3pPr marL="457200" indent="0">
              <a:buNone/>
              <a:defRPr/>
            </a:lvl3pPr>
            <a:lvl4pPr marL="685800" indent="0">
              <a:buNone/>
              <a:defRPr/>
            </a:lvl4pPr>
            <a:lvl5pPr marL="914400" indent="0">
              <a:buNone/>
              <a:defRPr/>
            </a:lvl5pPr>
          </a:lstStyle>
          <a:p>
            <a:pPr lvl="0"/>
            <a:r>
              <a:rPr lang="en-US" dirty="0"/>
              <a:t>Click to edit Quote</a:t>
            </a:r>
          </a:p>
        </p:txBody>
      </p:sp>
      <p:sp>
        <p:nvSpPr>
          <p:cNvPr id="3" name="Date Placeholder 2">
            <a:extLst>
              <a:ext uri="{FF2B5EF4-FFF2-40B4-BE49-F238E27FC236}">
                <a16:creationId xmlns:a16="http://schemas.microsoft.com/office/drawing/2014/main" id="{56EC3402-09CE-02D1-1430-5F8B461337BA}"/>
              </a:ext>
            </a:extLst>
          </p:cNvPr>
          <p:cNvSpPr>
            <a:spLocks noGrp="1"/>
          </p:cNvSpPr>
          <p:nvPr>
            <p:ph type="dt" sz="half" idx="10"/>
          </p:nvPr>
        </p:nvSpPr>
        <p:spPr/>
        <p:txBody>
          <a:bodyPr/>
          <a:lstStyle/>
          <a:p>
            <a:fld id="{930C5EF5-452C-4906-9430-46AFA6914090}" type="datetime1">
              <a:rPr lang="en-US" smtClean="0"/>
              <a:t>11/19/2025</a:t>
            </a:fld>
            <a:endParaRPr lang="en-US" dirty="0"/>
          </a:p>
        </p:txBody>
      </p:sp>
      <p:sp>
        <p:nvSpPr>
          <p:cNvPr id="4" name="Footer Placeholder 3">
            <a:extLst>
              <a:ext uri="{FF2B5EF4-FFF2-40B4-BE49-F238E27FC236}">
                <a16:creationId xmlns:a16="http://schemas.microsoft.com/office/drawing/2014/main" id="{50A1E84E-4052-C573-9A98-749E34E1025D}"/>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52975E38-B7A2-CB8F-C4CD-E2DC374D404B}"/>
              </a:ext>
            </a:extLst>
          </p:cNvPr>
          <p:cNvSpPr>
            <a:spLocks noGrp="1"/>
          </p:cNvSpPr>
          <p:nvPr>
            <p:ph type="sldNum" sz="quarter" idx="12"/>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4165141039"/>
      </p:ext>
    </p:extLst>
  </p:cSld>
  <p:clrMapOvr>
    <a:overrideClrMapping bg1="dk1" tx1="lt1" bg2="dk2" tx2="lt2" accent1="accent1" accent2="accent2" accent3="accent3" accent4="accent4" accent5="accent5" accent6="accent6" hlink="hlink" folHlink="folHlink"/>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useBgFill="1">
        <p:nvSpPr>
          <p:cNvPr id="3" name="Rectangle 2">
            <a:extLst>
              <a:ext uri="{FF2B5EF4-FFF2-40B4-BE49-F238E27FC236}">
                <a16:creationId xmlns:a16="http://schemas.microsoft.com/office/drawing/2014/main" id="{26E94611-9B68-3A55-1A34-78D9B5624A62}"/>
              </a:ext>
              <a:ext uri="{C183D7F6-B498-43B3-948B-1728B52AA6E4}">
                <adec:decorative xmlns:adec="http://schemas.microsoft.com/office/drawing/2017/decorative" val="1"/>
              </a:ext>
            </a:extLst>
          </p:cNvPr>
          <p:cNvSpPr/>
          <p:nvPr/>
        </p:nvSpPr>
        <p:spPr>
          <a:xfrm>
            <a:off x="0" y="-1"/>
            <a:ext cx="12191999" cy="1347109"/>
          </a:xfrm>
          <a:prstGeom prst="rect">
            <a:avLst/>
          </a:prstGeom>
          <a:ln>
            <a:noFill/>
          </a:ln>
          <a:effectLst>
            <a:outerShdw blurRad="203200" dist="25400" dir="5400000" sx="93000" sy="93000" algn="t" rotWithShape="0">
              <a:srgbClr val="000000">
                <a:alpha val="13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198" y="457200"/>
            <a:ext cx="10896601" cy="693682"/>
          </a:xfrm>
        </p:spPr>
        <p:txBody>
          <a:bodyPr anchor="t"/>
          <a:lstStyle/>
          <a:p>
            <a:r>
              <a:rPr lang="en-US"/>
              <a:t>Click to edit Master title style</a:t>
            </a:r>
            <a:endParaRPr lang="en-US" dirty="0"/>
          </a:p>
        </p:txBody>
      </p:sp>
      <p:sp>
        <p:nvSpPr>
          <p:cNvPr id="12" name="Content Placeholder 11">
            <a:extLst>
              <a:ext uri="{FF2B5EF4-FFF2-40B4-BE49-F238E27FC236}">
                <a16:creationId xmlns:a16="http://schemas.microsoft.com/office/drawing/2014/main" id="{F459E97E-8FC7-B733-70B9-149BF8E5673B}"/>
              </a:ext>
            </a:extLst>
          </p:cNvPr>
          <p:cNvSpPr>
            <a:spLocks noGrp="1"/>
          </p:cNvSpPr>
          <p:nvPr>
            <p:ph sz="quarter" idx="15"/>
          </p:nvPr>
        </p:nvSpPr>
        <p:spPr>
          <a:xfrm>
            <a:off x="457200" y="1801813"/>
            <a:ext cx="5184775" cy="45339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Content Placeholder 13">
            <a:extLst>
              <a:ext uri="{FF2B5EF4-FFF2-40B4-BE49-F238E27FC236}">
                <a16:creationId xmlns:a16="http://schemas.microsoft.com/office/drawing/2014/main" id="{8138CB4F-4B83-4189-07B7-090705EAE731}"/>
              </a:ext>
            </a:extLst>
          </p:cNvPr>
          <p:cNvSpPr>
            <a:spLocks noGrp="1"/>
          </p:cNvSpPr>
          <p:nvPr>
            <p:ph sz="quarter" idx="16"/>
          </p:nvPr>
        </p:nvSpPr>
        <p:spPr>
          <a:xfrm>
            <a:off x="6172200" y="1801813"/>
            <a:ext cx="5181600" cy="45339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6C7A8A9E-6014-4EAF-AF8C-DE506112FCE3}" type="datetime1">
              <a:rPr lang="en-US" smtClean="0"/>
              <a:t>11/19/2025</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577083495"/>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useBgFill="1">
        <p:nvSpPr>
          <p:cNvPr id="4" name="Rectangle 3">
            <a:extLst>
              <a:ext uri="{FF2B5EF4-FFF2-40B4-BE49-F238E27FC236}">
                <a16:creationId xmlns:a16="http://schemas.microsoft.com/office/drawing/2014/main" id="{19884ADE-F00C-2AA5-CD3A-1CBC4D425BFF}"/>
              </a:ext>
              <a:ext uri="{C183D7F6-B498-43B3-948B-1728B52AA6E4}">
                <adec:decorative xmlns:adec="http://schemas.microsoft.com/office/drawing/2017/decorative" val="1"/>
              </a:ext>
            </a:extLst>
          </p:cNvPr>
          <p:cNvSpPr/>
          <p:nvPr/>
        </p:nvSpPr>
        <p:spPr>
          <a:xfrm>
            <a:off x="0" y="-1"/>
            <a:ext cx="12191999" cy="1347109"/>
          </a:xfrm>
          <a:prstGeom prst="rect">
            <a:avLst/>
          </a:prstGeom>
          <a:ln>
            <a:noFill/>
          </a:ln>
          <a:effectLst>
            <a:outerShdw blurRad="215900" dist="25400" dir="5400000" sx="93000" sy="93000" algn="t" rotWithShape="0">
              <a:srgbClr val="000000">
                <a:alpha val="13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457199" y="457201"/>
            <a:ext cx="10898189" cy="693682"/>
          </a:xfrm>
        </p:spPr>
        <p:txBody>
          <a:bodyPr anchor="t"/>
          <a:lstStyle/>
          <a:p>
            <a:r>
              <a:rPr lang="en-US"/>
              <a:t>Click to edit Master title style</a:t>
            </a:r>
            <a:endParaRPr lang="en-US" dirty="0"/>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457200" y="1804308"/>
            <a:ext cx="5184648" cy="534033"/>
          </a:xfrm>
        </p:spPr>
        <p:txBody>
          <a:bodyPr anchor="b">
            <a:normAutofit/>
          </a:bodyPr>
          <a:lstStyle>
            <a:lvl1pPr marL="0" indent="0">
              <a:lnSpc>
                <a:spcPct val="90000"/>
              </a:lnSpc>
              <a:buNone/>
              <a:defRPr sz="1800" b="1" cap="all" spc="150"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4" name="Content Placeholder 13">
            <a:extLst>
              <a:ext uri="{FF2B5EF4-FFF2-40B4-BE49-F238E27FC236}">
                <a16:creationId xmlns:a16="http://schemas.microsoft.com/office/drawing/2014/main" id="{FF6CC536-A5EA-3E8E-C528-86BFE808AB6A}"/>
              </a:ext>
            </a:extLst>
          </p:cNvPr>
          <p:cNvSpPr>
            <a:spLocks noGrp="1"/>
          </p:cNvSpPr>
          <p:nvPr>
            <p:ph sz="quarter" idx="15"/>
          </p:nvPr>
        </p:nvSpPr>
        <p:spPr>
          <a:xfrm>
            <a:off x="457200" y="2479675"/>
            <a:ext cx="5184775" cy="38560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172200" y="1804308"/>
            <a:ext cx="5183188" cy="534033"/>
          </a:xfrm>
        </p:spPr>
        <p:txBody>
          <a:bodyPr anchor="b">
            <a:normAutofit/>
          </a:bodyPr>
          <a:lstStyle>
            <a:lvl1pPr marL="0" indent="0">
              <a:lnSpc>
                <a:spcPct val="90000"/>
              </a:lnSpc>
              <a:buNone/>
              <a:defRPr sz="1800" b="1" cap="all" spc="150"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Content Placeholder 15">
            <a:extLst>
              <a:ext uri="{FF2B5EF4-FFF2-40B4-BE49-F238E27FC236}">
                <a16:creationId xmlns:a16="http://schemas.microsoft.com/office/drawing/2014/main" id="{168B3863-5AFD-7644-B21D-D6057B97D829}"/>
              </a:ext>
            </a:extLst>
          </p:cNvPr>
          <p:cNvSpPr>
            <a:spLocks noGrp="1"/>
          </p:cNvSpPr>
          <p:nvPr>
            <p:ph sz="quarter" idx="16"/>
          </p:nvPr>
        </p:nvSpPr>
        <p:spPr>
          <a:xfrm>
            <a:off x="6172200" y="2479675"/>
            <a:ext cx="5183188" cy="38544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D7B17D5E-8A79-4DD3-BE13-DF14ED636E04}" type="datetime1">
              <a:rPr lang="en-US" smtClean="0"/>
              <a:t>11/19/2025</a:t>
            </a:fld>
            <a:endParaRPr lang="en-US"/>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r>
              <a:rPr lang="en-US"/>
              <a:t>Sample Footer Text</a:t>
            </a:r>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43825818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a:xfrm>
            <a:off x="457200" y="457200"/>
            <a:ext cx="10809026" cy="1132258"/>
          </a:xfrm>
        </p:spPr>
        <p:txBody>
          <a:bodyPr anchor="t"/>
          <a:lstStyle/>
          <a:p>
            <a:r>
              <a:rPr lang="en-US"/>
              <a:t>Click to edit Master title style</a:t>
            </a:r>
            <a:endParaRPr lang="en-US" dirty="0"/>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5A9CCB83-67C0-4146-80A2-38BF8BF923CD}" type="datetime1">
              <a:rPr lang="en-US" smtClean="0"/>
              <a:t>11/19/2025</a:t>
            </a:fld>
            <a:endParaRPr lang="en-US"/>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564969136"/>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358AEF15-3690-448A-9A10-B99AE5FD6247}" type="datetime1">
              <a:rPr lang="en-US" smtClean="0"/>
              <a:t>11/19/2025</a:t>
            </a:fld>
            <a:endParaRPr lang="en-US"/>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r>
              <a:rPr lang="en-US"/>
              <a:t>Sample Footer Text</a:t>
            </a:r>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029174589"/>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645E2D00-4497-60C5-E8FC-FA83BE12E58E}"/>
              </a:ext>
              <a:ext uri="{C183D7F6-B498-43B3-948B-1728B52AA6E4}">
                <adec:decorative xmlns:adec="http://schemas.microsoft.com/office/drawing/2017/decorative" val="1"/>
              </a:ext>
            </a:extLst>
          </p:cNvPr>
          <p:cNvSpPr/>
          <p:nvPr/>
        </p:nvSpPr>
        <p:spPr>
          <a:xfrm>
            <a:off x="1" y="-2"/>
            <a:ext cx="4604129" cy="6858001"/>
          </a:xfrm>
          <a:prstGeom prst="rect">
            <a:avLst/>
          </a:prstGeom>
          <a:solidFill>
            <a:schemeClr val="bg1"/>
          </a:solidFill>
          <a:ln>
            <a:noFill/>
          </a:ln>
          <a:effectLst>
            <a:outerShdw blurRad="228600" dist="25400" dir="5400000" sx="94000" sy="94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457199" y="457200"/>
            <a:ext cx="3657601" cy="1757505"/>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457199" y="2585544"/>
            <a:ext cx="3657601" cy="3675231"/>
          </a:xfrm>
        </p:spPr>
        <p:txBody>
          <a:bodyPr anchor="b">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34708" y="457201"/>
            <a:ext cx="6440258" cy="5851524"/>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736229EA-0834-493E-B1B3-967EBDB83C2A}" type="datetime1">
              <a:rPr lang="en-US" smtClean="0"/>
              <a:t>11/19/2025</a:t>
            </a:fld>
            <a:endParaRPr lang="en-US"/>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496599071"/>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C4FBFB14-839E-7A12-0510-8689D86E6846}"/>
              </a:ext>
              <a:ext uri="{C183D7F6-B498-43B3-948B-1728B52AA6E4}">
                <adec:decorative xmlns:adec="http://schemas.microsoft.com/office/drawing/2017/decorative" val="1"/>
              </a:ext>
            </a:extLst>
          </p:cNvPr>
          <p:cNvSpPr/>
          <p:nvPr/>
        </p:nvSpPr>
        <p:spPr>
          <a:xfrm>
            <a:off x="4605423" y="0"/>
            <a:ext cx="7586578" cy="6858000"/>
          </a:xfrm>
          <a:prstGeom prst="rect">
            <a:avLst/>
          </a:prstGeom>
          <a:solidFill>
            <a:schemeClr val="bg1"/>
          </a:solidFill>
          <a:ln>
            <a:noFill/>
          </a:ln>
          <a:effectLst>
            <a:outerShdw blurRad="228600" dist="25400" dir="5400000" sx="97000" sy="97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457199" y="457200"/>
            <a:ext cx="3688868" cy="2212313"/>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472823" y="2826137"/>
            <a:ext cx="3673508" cy="3434638"/>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0CF1A882-A300-45C5-B296-61F099B2F728}" type="datetime1">
              <a:rPr lang="en-US" smtClean="0"/>
              <a:t>11/19/2025</a:t>
            </a:fld>
            <a:endParaRPr lang="en-US"/>
          </a:p>
        </p:txBody>
      </p:sp>
      <p:sp>
        <p:nvSpPr>
          <p:cNvPr id="3" name="Picture Placeholder 2">
            <a:extLst>
              <a:ext uri="{FF2B5EF4-FFF2-40B4-BE49-F238E27FC236}">
                <a16:creationId xmlns:a16="http://schemas.microsoft.com/office/drawing/2014/main" id="{9571C769-CEC8-962A-01E6-15B0E056791E}"/>
              </a:ext>
            </a:extLst>
          </p:cNvPr>
          <p:cNvSpPr>
            <a:spLocks noGrp="1"/>
          </p:cNvSpPr>
          <p:nvPr>
            <p:ph type="pic" idx="1" hasCustomPrompt="1"/>
          </p:nvPr>
        </p:nvSpPr>
        <p:spPr>
          <a:xfrm>
            <a:off x="5163207" y="557785"/>
            <a:ext cx="6471008" cy="5742430"/>
          </a:xfrm>
          <a:blipFill>
            <a:blip r:embed="rId2">
              <a:alphaModFix amt="70000"/>
            </a:blip>
            <a:stretch>
              <a:fillRect/>
            </a:stretch>
          </a:blipFill>
        </p:spPr>
        <p:txBody>
          <a:bodyPr>
            <a:normAutofit/>
          </a:bodyPr>
          <a:lstStyle>
            <a:lvl1pPr marL="0" indent="0">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 </a:t>
            </a:r>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356631125"/>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p:cSld name="Conclusion">
    <p:bg>
      <p:bgRef idx="1001">
        <a:schemeClr val="bg2"/>
      </p:bgRef>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82655738-04DB-F8B9-B985-BD4FFF625D43}"/>
              </a:ext>
              <a:ext uri="{C183D7F6-B498-43B3-948B-1728B52AA6E4}">
                <adec:decorative xmlns:adec="http://schemas.microsoft.com/office/drawing/2017/decorative" val="1"/>
              </a:ext>
            </a:extLst>
          </p:cNvPr>
          <p:cNvSpPr/>
          <p:nvPr/>
        </p:nvSpPr>
        <p:spPr>
          <a:xfrm>
            <a:off x="1" y="-5418"/>
            <a:ext cx="12191999" cy="2583080"/>
          </a:xfrm>
          <a:prstGeom prst="rect">
            <a:avLst/>
          </a:prstGeom>
          <a:solidFill>
            <a:schemeClr val="bg1">
              <a:alpha val="50000"/>
            </a:schemeClr>
          </a:solidFill>
          <a:ln>
            <a:noFill/>
          </a:ln>
          <a:effectLst>
            <a:outerShdw blurRad="228600" dist="25400" dir="5400000" sx="94000" sy="94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57200" y="835572"/>
            <a:ext cx="10894348" cy="1434662"/>
          </a:xfrm>
        </p:spPr>
        <p:txBody>
          <a:bodyPr anchor="b">
            <a:normAutofit/>
          </a:bodyPr>
          <a:lstStyle>
            <a:lvl1pPr>
              <a:defRPr sz="6000">
                <a:solidFill>
                  <a:schemeClr val="tx1"/>
                </a:solidFill>
              </a:defRPr>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461044" y="3593592"/>
            <a:ext cx="10890504" cy="2743200"/>
          </a:xfrm>
        </p:spPr>
        <p:txBody>
          <a:bodyPr/>
          <a:lstStyle>
            <a:lvl1pPr marL="0" indent="0">
              <a:buNone/>
              <a:defRPr>
                <a:solidFill>
                  <a:schemeClr val="tx1"/>
                </a:solidFill>
              </a:defRPr>
            </a:lvl1pPr>
            <a:lvl2pPr marL="228600" indent="0">
              <a:buNone/>
              <a:defRPr>
                <a:solidFill>
                  <a:schemeClr val="tx1"/>
                </a:solidFill>
              </a:defRPr>
            </a:lvl2pPr>
            <a:lvl3pPr marL="457200" indent="0">
              <a:buNone/>
              <a:defRPr>
                <a:solidFill>
                  <a:schemeClr val="tx1"/>
                </a:solidFill>
              </a:defRPr>
            </a:lvl3pPr>
            <a:lvl4pPr marL="685800" indent="0">
              <a:buNone/>
              <a:defRPr>
                <a:solidFill>
                  <a:schemeClr val="tx1"/>
                </a:solidFill>
              </a:defRPr>
            </a:lvl4pPr>
            <a:lvl5pPr marL="914400" indent="0">
              <a:buNone/>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FB303336-736F-4DC6-8BCC-19A34886AFBB}" type="datetime1">
              <a:rPr lang="en-US" smtClean="0"/>
              <a:t>11/19/2025</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3933953646"/>
      </p:ext>
    </p:extLst>
  </p:cSld>
  <p:clrMapOvr>
    <a:overrideClrMapping bg1="dk1" tx1="lt1" bg2="dk2" tx2="lt2" accent1="accent1" accent2="accent2" accent3="accent3" accent4="accent4" accent5="accent5" accent6="accent6" hlink="hlink" folHlink="folHlink"/>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Conclusion 2">
    <p:bg>
      <p:bgRef idx="1001">
        <a:schemeClr val="bg1"/>
      </p:bgRef>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ED936B30-203F-4712-8AB4-D6468F071EE8}"/>
              </a:ext>
              <a:ext uri="{C183D7F6-B498-43B3-948B-1728B52AA6E4}">
                <adec:decorative xmlns:adec="http://schemas.microsoft.com/office/drawing/2017/decorative" val="1"/>
              </a:ext>
            </a:extLst>
          </p:cNvPr>
          <p:cNvSpPr/>
          <p:nvPr/>
        </p:nvSpPr>
        <p:spPr>
          <a:xfrm>
            <a:off x="1" y="-24264"/>
            <a:ext cx="12191999" cy="4299183"/>
          </a:xfrm>
          <a:prstGeom prst="rect">
            <a:avLst/>
          </a:prstGeom>
          <a:solidFill>
            <a:schemeClr val="bg1"/>
          </a:solidFill>
          <a:ln>
            <a:noFill/>
          </a:ln>
          <a:effectLst>
            <a:outerShdw blurRad="254000" dist="25400" dir="5400000" sx="96000" sy="96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57200" y="1001111"/>
            <a:ext cx="8430767" cy="2940268"/>
          </a:xfrm>
        </p:spPr>
        <p:txBody>
          <a:bodyPr anchor="b">
            <a:normAutofit/>
          </a:bodyPr>
          <a:lstStyle>
            <a:lvl1pPr>
              <a:defRPr sz="6000">
                <a:solidFill>
                  <a:schemeClr val="accent1"/>
                </a:solidFill>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457200" y="4696445"/>
            <a:ext cx="8430639" cy="1279615"/>
          </a:xfrm>
        </p:spPr>
        <p:txBody>
          <a:bodyPr>
            <a:normAutofit/>
          </a:bodyPr>
          <a:lstStyle>
            <a:lvl1pPr marL="0" indent="0">
              <a:buNone/>
              <a:defRPr sz="2400">
                <a:solidFill>
                  <a:schemeClr val="tx2"/>
                </a:solidFill>
              </a:defRPr>
            </a:lvl1pPr>
            <a:lvl2pPr marL="228600" indent="0">
              <a:buNone/>
              <a:defRPr sz="2000">
                <a:solidFill>
                  <a:schemeClr val="tx2"/>
                </a:solidFill>
              </a:defRPr>
            </a:lvl2pPr>
            <a:lvl3pPr marL="457200" indent="0">
              <a:buNone/>
              <a:defRPr sz="1800">
                <a:solidFill>
                  <a:schemeClr val="tx2"/>
                </a:solidFill>
              </a:defRPr>
            </a:lvl3pPr>
            <a:lvl4pPr marL="685800" indent="0">
              <a:buNone/>
              <a:defRPr sz="1600">
                <a:solidFill>
                  <a:schemeClr val="tx2"/>
                </a:solidFill>
              </a:defRPr>
            </a:lvl4pPr>
            <a:lvl5pPr marL="914400" indent="0">
              <a:buNone/>
              <a:defRPr sz="140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822EB525-A897-439A-8E04-7CB2CC010758}" type="datetime1">
              <a:rPr lang="en-US" smtClean="0"/>
              <a:t>11/19/2025</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86853183"/>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5" name="tint">
            <a:extLst>
              <a:ext uri="{FF2B5EF4-FFF2-40B4-BE49-F238E27FC236}">
                <a16:creationId xmlns:a16="http://schemas.microsoft.com/office/drawing/2014/main" id="{F3CE03C6-DBD5-2C9E-3C9A-B3B83F63A567}"/>
              </a:ext>
              <a:ext uri="{C183D7F6-B498-43B3-948B-1728B52AA6E4}">
                <adec:decorative xmlns:adec="http://schemas.microsoft.com/office/drawing/2017/decorative" val="1"/>
              </a:ext>
            </a:extLst>
          </p:cNvPr>
          <p:cNvSpPr/>
          <p:nvPr/>
        </p:nvSpPr>
        <p:spPr>
          <a:xfrm>
            <a:off x="0" y="0"/>
            <a:ext cx="12188952" cy="6858000"/>
          </a:xfrm>
          <a:prstGeom prst="rect">
            <a:avLst/>
          </a:prstGeom>
          <a:solidFill>
            <a:schemeClr val="bg2">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457200" y="457200"/>
            <a:ext cx="10809026" cy="970208"/>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457201" y="1595301"/>
            <a:ext cx="10809026" cy="4714059"/>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457199" y="6397586"/>
            <a:ext cx="4043855" cy="365125"/>
          </a:xfrm>
          <a:prstGeom prst="rect">
            <a:avLst/>
          </a:prstGeom>
        </p:spPr>
        <p:txBody>
          <a:bodyPr vert="horz" lIns="91440" tIns="45720" rIns="91440" bIns="45720" rtlCol="0" anchor="ctr"/>
          <a:lstStyle>
            <a:lvl1pPr algn="l">
              <a:defRPr sz="900">
                <a:solidFill>
                  <a:schemeClr val="tx2"/>
                </a:solidFill>
              </a:defRPr>
            </a:lvl1pPr>
          </a:lstStyle>
          <a:p>
            <a:fld id="{A2CB6EF1-C97E-4439-84B9-F600DFD8C04B}" type="datetime1">
              <a:rPr lang="en-US" smtClean="0"/>
              <a:t>11/19/2025</a:t>
            </a:fld>
            <a:endParaRPr lang="en-US"/>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8324193" y="6397586"/>
            <a:ext cx="3238130" cy="365125"/>
          </a:xfrm>
          <a:prstGeom prst="rect">
            <a:avLst/>
          </a:prstGeom>
        </p:spPr>
        <p:txBody>
          <a:bodyPr vert="horz" lIns="91440" tIns="45720" rIns="91440" bIns="45720" rtlCol="0" anchor="ctr"/>
          <a:lstStyle>
            <a:lvl1pPr algn="r">
              <a:defRPr sz="900">
                <a:solidFill>
                  <a:schemeClr val="tx2"/>
                </a:solidFill>
              </a:defRPr>
            </a:lvl1pPr>
          </a:lstStyle>
          <a:p>
            <a:r>
              <a:rPr lang="en-US"/>
              <a:t>Sample Footer Text</a:t>
            </a:r>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562323" y="6397586"/>
            <a:ext cx="530578" cy="365125"/>
          </a:xfrm>
          <a:prstGeom prst="rect">
            <a:avLst/>
          </a:prstGeom>
        </p:spPr>
        <p:txBody>
          <a:bodyPr vert="horz" lIns="91440" tIns="45720" rIns="91440" bIns="45720" rtlCol="0" anchor="ctr"/>
          <a:lstStyle>
            <a:lvl1pPr algn="ctr">
              <a:defRPr sz="1200" b="1">
                <a:solidFill>
                  <a:schemeClr val="tx2"/>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2740288441"/>
      </p:ext>
    </p:extLst>
  </p:cSld>
  <p:clrMap bg1="lt1" tx1="dk1" bg2="lt2" tx2="dk2" accent1="accent1" accent2="accent2" accent3="accent3" accent4="accent4" accent5="accent5" accent6="accent6" hlink="hlink" folHlink="folHlink"/>
  <p:sldLayoutIdLst>
    <p:sldLayoutId id="2147483712" r:id="rId1"/>
    <p:sldLayoutId id="2147483662" r:id="rId2"/>
    <p:sldLayoutId id="2147483698" r:id="rId3"/>
    <p:sldLayoutId id="2147483728" r:id="rId4"/>
    <p:sldLayoutId id="2147483777" r:id="rId5"/>
    <p:sldLayoutId id="2147483801" r:id="rId6"/>
    <p:sldLayoutId id="2147483800" r:id="rId7"/>
    <p:sldLayoutId id="2147483761" r:id="rId8"/>
    <p:sldLayoutId id="2147483760" r:id="rId9"/>
    <p:sldLayoutId id="2147483786" r:id="rId10"/>
    <p:sldLayoutId id="2147483788" r:id="rId11"/>
    <p:sldLayoutId id="2147483679" r:id="rId12"/>
    <p:sldLayoutId id="2147483680" r:id="rId13"/>
    <p:sldLayoutId id="2147483681" r:id="rId14"/>
    <p:sldLayoutId id="2147483682" r:id="rId15"/>
    <p:sldLayoutId id="2147483706" r:id="rId16"/>
    <p:sldLayoutId id="2147483789" r:id="rId17"/>
    <p:sldLayoutId id="2147483767" r:id="rId18"/>
    <p:sldLayoutId id="2147483689" r:id="rId19"/>
    <p:sldLayoutId id="2147483690" r:id="rId20"/>
    <p:sldLayoutId id="2147483707" r:id="rId21"/>
    <p:sldLayoutId id="2147483708" r:id="rId22"/>
    <p:sldLayoutId id="2147483692" r:id="rId23"/>
    <p:sldLayoutId id="2147483691" r:id="rId24"/>
    <p:sldLayoutId id="2147483733" r:id="rId25"/>
    <p:sldLayoutId id="2147483731" r:id="rId26"/>
    <p:sldLayoutId id="2147483780" r:id="rId27"/>
    <p:sldLayoutId id="2147483694" r:id="rId28"/>
    <p:sldLayoutId id="2147483726" r:id="rId29"/>
    <p:sldLayoutId id="2147483693" r:id="rId30"/>
    <p:sldLayoutId id="2147483672" r:id="rId31"/>
    <p:sldLayoutId id="2147483756" r:id="rId32"/>
    <p:sldLayoutId id="2147483757" r:id="rId33"/>
    <p:sldLayoutId id="2147483696" r:id="rId34"/>
    <p:sldLayoutId id="2147483796" r:id="rId35"/>
    <p:sldLayoutId id="2147483797" r:id="rId36"/>
    <p:sldLayoutId id="2147483798" r:id="rId37"/>
    <p:sldLayoutId id="2147483747" r:id="rId38"/>
    <p:sldLayoutId id="2147483749" r:id="rId39"/>
    <p:sldLayoutId id="2147483759" r:id="rId40"/>
    <p:sldLayoutId id="2147483790" r:id="rId41"/>
    <p:sldLayoutId id="2147483791" r:id="rId42"/>
    <p:sldLayoutId id="2147483792" r:id="rId43"/>
    <p:sldLayoutId id="2147483664" r:id="rId44"/>
    <p:sldLayoutId id="2147483665" r:id="rId45"/>
    <p:sldLayoutId id="2147483666" r:id="rId46"/>
    <p:sldLayoutId id="2147483667" r:id="rId47"/>
    <p:sldLayoutId id="2147483668" r:id="rId48"/>
    <p:sldLayoutId id="2147483784" r:id="rId49"/>
    <p:sldLayoutId id="2147483783" r:id="rId50"/>
    <p:sldLayoutId id="2147483687" r:id="rId51"/>
  </p:sldLayoutIdLst>
  <p:hf sldNum="0" hdr="0" ftr="0" dt="0"/>
  <p:txStyles>
    <p:titleStyle>
      <a:lvl1pPr algn="l" defTabSz="914400" rtl="0" eaLnBrk="1" latinLnBrk="0" hangingPunct="1">
        <a:lnSpc>
          <a:spcPct val="90000"/>
        </a:lnSpc>
        <a:spcBef>
          <a:spcPct val="0"/>
        </a:spcBef>
        <a:buNone/>
        <a:defRPr sz="2800" b="0" kern="1200">
          <a:solidFill>
            <a:schemeClr val="tx2"/>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400" kern="1200">
          <a:solidFill>
            <a:schemeClr val="tx2"/>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5" orient="horz" pos="2160">
          <p15:clr>
            <a:srgbClr val="F26B43"/>
          </p15:clr>
        </p15:guide>
        <p15:guide id="6" pos="384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xml"/><Relationship Id="rId1" Type="http://schemas.openxmlformats.org/officeDocument/2006/relationships/slideLayout" Target="../slideLayouts/slideLayout4.xml"/><Relationship Id="rId4" Type="http://schemas.microsoft.com/office/2007/relationships/hdphoto" Target="../media/hdphoto1.wdp"/></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3.xml"/><Relationship Id="rId1" Type="http://schemas.openxmlformats.org/officeDocument/2006/relationships/slideLayout" Target="../slideLayouts/slideLayout3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5.xml"/><Relationship Id="rId1" Type="http://schemas.openxmlformats.org/officeDocument/2006/relationships/slideLayout" Target="../slideLayouts/slideLayout3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7.xml"/><Relationship Id="rId1" Type="http://schemas.openxmlformats.org/officeDocument/2006/relationships/slideLayout" Target="../slideLayouts/slideLayout3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9.xml"/><Relationship Id="rId1" Type="http://schemas.openxmlformats.org/officeDocument/2006/relationships/slideLayout" Target="../slideLayouts/slideLayout2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3.xml"/><Relationship Id="rId1" Type="http://schemas.openxmlformats.org/officeDocument/2006/relationships/slideLayout" Target="../slideLayouts/slideLayout3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7.xml"/><Relationship Id="rId1" Type="http://schemas.openxmlformats.org/officeDocument/2006/relationships/slideLayout" Target="../slideLayouts/slideLayout3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9.xml"/><Relationship Id="rId1" Type="http://schemas.openxmlformats.org/officeDocument/2006/relationships/slideLayout" Target="../slideLayouts/slideLayout3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9.xml"/></Relationships>
</file>

<file path=ppt/slides/_rels/slide22.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21.xml"/><Relationship Id="rId1" Type="http://schemas.openxmlformats.org/officeDocument/2006/relationships/slideLayout" Target="../slideLayouts/slideLayout2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9.xml"/></Relationships>
</file>

<file path=ppt/slides/_rels/slide24.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23.xml"/><Relationship Id="rId1" Type="http://schemas.openxmlformats.org/officeDocument/2006/relationships/slideLayout" Target="../slideLayouts/slideLayout2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703838-42D7-12C3-EA6F-AD5BDADE489A}"/>
              </a:ext>
            </a:extLst>
          </p:cNvPr>
          <p:cNvSpPr>
            <a:spLocks noGrp="1"/>
          </p:cNvSpPr>
          <p:nvPr>
            <p:ph type="ctrTitle"/>
          </p:nvPr>
        </p:nvSpPr>
        <p:spPr>
          <a:xfrm>
            <a:off x="457200" y="457200"/>
            <a:ext cx="4025153" cy="3739896"/>
          </a:xfrm>
        </p:spPr>
        <p:txBody>
          <a:bodyPr anchor="t">
            <a:normAutofit/>
          </a:bodyPr>
          <a:lstStyle/>
          <a:p>
            <a:r>
              <a:rPr lang="en-US"/>
              <a:t>SpaceX Falcon 9 First Stage Landing Prediction</a:t>
            </a:r>
          </a:p>
        </p:txBody>
      </p:sp>
      <p:sp>
        <p:nvSpPr>
          <p:cNvPr id="5" name="TextBox 4">
            <a:extLst>
              <a:ext uri="{FF2B5EF4-FFF2-40B4-BE49-F238E27FC236}">
                <a16:creationId xmlns:a16="http://schemas.microsoft.com/office/drawing/2014/main" id="{9A526638-975F-E183-B39A-7C1A3761171F}"/>
              </a:ext>
            </a:extLst>
          </p:cNvPr>
          <p:cNvSpPr txBox="1"/>
          <p:nvPr/>
        </p:nvSpPr>
        <p:spPr>
          <a:xfrm>
            <a:off x="0" y="5303762"/>
            <a:ext cx="6096000" cy="98488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dirty="0">
                <a:solidFill>
                  <a:srgbClr val="1D1D1D"/>
                </a:solidFill>
                <a:latin typeface="Bierstadt"/>
              </a:rPr>
              <a:t>Forecasting rocket landings for reusable</a:t>
            </a:r>
            <a:endParaRPr lang="en-US" dirty="0"/>
          </a:p>
          <a:p>
            <a:r>
              <a:rPr lang="en-US" sz="2000" dirty="0">
                <a:solidFill>
                  <a:srgbClr val="1D1D1D"/>
                </a:solidFill>
                <a:latin typeface="Bierstadt"/>
              </a:rPr>
              <a:t> spaceflight</a:t>
            </a:r>
            <a:endParaRPr lang="en-US"/>
          </a:p>
          <a:p>
            <a:pPr algn="ctr"/>
            <a:endParaRPr lang="en-US"/>
          </a:p>
        </p:txBody>
      </p:sp>
      <p:pic>
        <p:nvPicPr>
          <p:cNvPr id="8" name="Picture 7" descr="A space shuttle taking off from a launch pad&#10;&#10;AI-generated content may be incorrect.">
            <a:extLst>
              <a:ext uri="{FF2B5EF4-FFF2-40B4-BE49-F238E27FC236}">
                <a16:creationId xmlns:a16="http://schemas.microsoft.com/office/drawing/2014/main" id="{96581571-6BD2-011C-73F6-D6F761BD9943}"/>
              </a:ext>
            </a:extLst>
          </p:cNvPr>
          <p:cNvPicPr>
            <a:picLocks noChangeAspect="1"/>
          </p:cNvPicPr>
          <p:nvPr/>
        </p:nvPicPr>
        <p:blipFill>
          <a:blip r:embed="rId3">
            <a:extLst>
              <a:ext uri="{BEBA8EAE-BF5A-486C-A8C5-ECC9F3942E4B}">
                <a14:imgProps xmlns:a14="http://schemas.microsoft.com/office/drawing/2010/main">
                  <a14:imgLayer r:embed="rId4">
                    <a14:imgEffect>
                      <a14:saturation sat="200000"/>
                    </a14:imgEffect>
                    <a14:imgEffect>
                      <a14:brightnessContrast bright="2000" contrast="21000"/>
                    </a14:imgEffect>
                  </a14:imgLayer>
                </a14:imgProps>
              </a:ext>
            </a:extLst>
          </a:blip>
          <a:stretch>
            <a:fillRect/>
          </a:stretch>
        </p:blipFill>
        <p:spPr>
          <a:xfrm>
            <a:off x="5058079" y="0"/>
            <a:ext cx="7131653" cy="6858000"/>
          </a:xfrm>
          <a:prstGeom prst="rect">
            <a:avLst/>
          </a:prstGeom>
        </p:spPr>
      </p:pic>
    </p:spTree>
    <p:extLst>
      <p:ext uri="{BB962C8B-B14F-4D97-AF65-F5344CB8AC3E}">
        <p14:creationId xmlns:p14="http://schemas.microsoft.com/office/powerpoint/2010/main" val="36350839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FFFFBD-3838-4770-1CEE-F49BF4E19B92}"/>
              </a:ext>
            </a:extLst>
          </p:cNvPr>
          <p:cNvSpPr>
            <a:spLocks noGrp="1"/>
          </p:cNvSpPr>
          <p:nvPr>
            <p:ph type="ctrTitle"/>
          </p:nvPr>
        </p:nvSpPr>
        <p:spPr>
          <a:xfrm>
            <a:off x="457197" y="3507830"/>
            <a:ext cx="7772400" cy="2944368"/>
          </a:xfrm>
        </p:spPr>
        <p:txBody>
          <a:bodyPr anchor="b">
            <a:normAutofit/>
          </a:bodyPr>
          <a:lstStyle/>
          <a:p>
            <a:r>
              <a:rPr lang="en-US"/>
              <a:t>Executive Summary</a:t>
            </a:r>
          </a:p>
        </p:txBody>
      </p:sp>
    </p:spTree>
    <p:extLst>
      <p:ext uri="{BB962C8B-B14F-4D97-AF65-F5344CB8AC3E}">
        <p14:creationId xmlns:p14="http://schemas.microsoft.com/office/powerpoint/2010/main" val="374813493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B93E38-B20A-18B6-57BC-7FBFEF25C3B2}"/>
              </a:ext>
            </a:extLst>
          </p:cNvPr>
          <p:cNvSpPr>
            <a:spLocks noGrp="1"/>
          </p:cNvSpPr>
          <p:nvPr>
            <p:ph type="title"/>
          </p:nvPr>
        </p:nvSpPr>
        <p:spPr>
          <a:xfrm>
            <a:off x="457199" y="457200"/>
            <a:ext cx="4482573" cy="1453896"/>
          </a:xfrm>
        </p:spPr>
        <p:txBody>
          <a:bodyPr anchor="t">
            <a:normAutofit/>
          </a:bodyPr>
          <a:lstStyle/>
          <a:p>
            <a:r>
              <a:rPr lang="en-US"/>
              <a:t>Project Highlights</a:t>
            </a:r>
          </a:p>
        </p:txBody>
      </p:sp>
      <p:pic>
        <p:nvPicPr>
          <p:cNvPr id="5" name="Content Placeholder 4" descr="Smokestack stands out against twilit sky">
            <a:extLst>
              <a:ext uri="{FF2B5EF4-FFF2-40B4-BE49-F238E27FC236}">
                <a16:creationId xmlns:a16="http://schemas.microsoft.com/office/drawing/2014/main" id="{5933BB9D-61D6-4B24-91B8-6E5E8CD27686}"/>
              </a:ext>
            </a:extLst>
          </p:cNvPr>
          <p:cNvPicPr>
            <a:picLocks noGrp="1" noChangeAspect="1"/>
          </p:cNvPicPr>
          <p:nvPr>
            <p:ph type="pic" sz="quarter" idx="13"/>
          </p:nvPr>
        </p:nvPicPr>
        <p:blipFill>
          <a:blip r:embed="rId3"/>
          <a:srcRect r="29382" b="3"/>
          <a:stretch>
            <a:fillRect/>
          </a:stretch>
        </p:blipFill>
        <p:spPr>
          <a:xfrm>
            <a:off x="559502" y="2175642"/>
            <a:ext cx="4380271" cy="4124756"/>
          </a:xfrm>
          <a:prstGeom prst="rect">
            <a:avLst/>
          </a:prstGeom>
          <a:noFill/>
        </p:spPr>
      </p:pic>
      <p:sp>
        <p:nvSpPr>
          <p:cNvPr id="4" name="Content Placeholder 3">
            <a:extLst>
              <a:ext uri="{FF2B5EF4-FFF2-40B4-BE49-F238E27FC236}">
                <a16:creationId xmlns:a16="http://schemas.microsoft.com/office/drawing/2014/main" id="{A95A3B91-4543-7AF0-9288-C59B7897E44A}"/>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096000" y="457201"/>
            <a:ext cx="5585925" cy="5875338"/>
          </a:xfrm>
        </p:spPr>
        <p:txBody>
          <a:bodyPr>
            <a:normAutofit/>
          </a:bodyPr>
          <a:lstStyle/>
          <a:p>
            <a:pPr marL="0" indent="0">
              <a:spcBef>
                <a:spcPts val="2500"/>
              </a:spcBef>
              <a:buFont typeface="Arial" panose="020B0604020202020204" pitchFamily="34" charset="0"/>
              <a:buNone/>
            </a:pPr>
            <a:r>
              <a:rPr lang="en-US" b="1"/>
              <a:t>Landing Prediction Purpose</a:t>
            </a:r>
          </a:p>
          <a:p>
            <a:pPr marL="0" lvl="1" indent="0">
              <a:buFont typeface="Arial" panose="020B0604020202020204" pitchFamily="34" charset="0"/>
              <a:buNone/>
            </a:pPr>
            <a:r>
              <a:t>The project predicts Falcon 9 first stage landing success to optimize costs and improve aerospace planning.</a:t>
            </a:r>
            <a:endParaRPr lang="en-US"/>
          </a:p>
          <a:p>
            <a:pPr marL="0" indent="0">
              <a:spcBef>
                <a:spcPts val="2500"/>
              </a:spcBef>
              <a:buFont typeface="Arial" panose="020B0604020202020204" pitchFamily="34" charset="0"/>
              <a:buNone/>
            </a:pPr>
            <a:r>
              <a:rPr lang="en-US" b="1"/>
              <a:t>Machine Learning Model</a:t>
            </a:r>
          </a:p>
          <a:p>
            <a:pPr marL="0" lvl="1" indent="0">
              <a:buFont typeface="Arial" panose="020B0604020202020204" pitchFamily="34" charset="0"/>
              <a:buNone/>
            </a:pPr>
            <a:r>
              <a:t>Logistic Regression model achieved a high R² score of 0.94 after tuning for accurate landing forecasts.</a:t>
            </a:r>
            <a:endParaRPr lang="en-US"/>
          </a:p>
          <a:p>
            <a:pPr marL="0" indent="0">
              <a:spcBef>
                <a:spcPts val="2500"/>
              </a:spcBef>
              <a:buFont typeface="Arial" panose="020B0604020202020204" pitchFamily="34" charset="0"/>
              <a:buNone/>
            </a:pPr>
            <a:r>
              <a:rPr lang="en-US" b="1"/>
              <a:t>Deployment and Accessibility</a:t>
            </a:r>
          </a:p>
          <a:p>
            <a:pPr marL="0" lvl="1" indent="0">
              <a:buFont typeface="Arial" panose="020B0604020202020204" pitchFamily="34" charset="0"/>
              <a:buNone/>
            </a:pPr>
            <a:r>
              <a:t>The solution was deployed as an interactive web app on Streamlit Cloud for easy user access.</a:t>
            </a:r>
            <a:endParaRPr lang="en-US"/>
          </a:p>
          <a:p>
            <a:pPr marL="0" indent="0">
              <a:spcBef>
                <a:spcPts val="2500"/>
              </a:spcBef>
              <a:buFont typeface="Arial" panose="020B0604020202020204" pitchFamily="34" charset="0"/>
              <a:buNone/>
            </a:pPr>
            <a:r>
              <a:rPr lang="en-US" b="1"/>
              <a:t>Strategic Impact</a:t>
            </a:r>
          </a:p>
          <a:p>
            <a:pPr marL="0" lvl="1" indent="0">
              <a:buFont typeface="Arial" panose="020B0604020202020204" pitchFamily="34" charset="0"/>
              <a:buNone/>
            </a:pPr>
            <a:r>
              <a:t>Predictive insights help competitors estimate launch costs and plan missions more effectively.</a:t>
            </a:r>
            <a:endParaRPr lang="en-US"/>
          </a:p>
        </p:txBody>
      </p:sp>
    </p:spTree>
    <p:extLst>
      <p:ext uri="{BB962C8B-B14F-4D97-AF65-F5344CB8AC3E}">
        <p14:creationId xmlns:p14="http://schemas.microsoft.com/office/powerpoint/2010/main" val="77619771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029988-34DA-0082-AC81-54F96EBAF9D9}"/>
              </a:ext>
            </a:extLst>
          </p:cNvPr>
          <p:cNvSpPr>
            <a:spLocks noGrp="1"/>
          </p:cNvSpPr>
          <p:nvPr>
            <p:ph type="ctrTitle"/>
          </p:nvPr>
        </p:nvSpPr>
        <p:spPr>
          <a:xfrm>
            <a:off x="457197" y="3507830"/>
            <a:ext cx="7772400" cy="2944368"/>
          </a:xfrm>
        </p:spPr>
        <p:txBody>
          <a:bodyPr anchor="b">
            <a:normAutofit/>
          </a:bodyPr>
          <a:lstStyle/>
          <a:p>
            <a:r>
              <a:rPr lang="en-US"/>
              <a:t>Project Overview</a:t>
            </a:r>
          </a:p>
        </p:txBody>
      </p:sp>
    </p:spTree>
    <p:extLst>
      <p:ext uri="{BB962C8B-B14F-4D97-AF65-F5344CB8AC3E}">
        <p14:creationId xmlns:p14="http://schemas.microsoft.com/office/powerpoint/2010/main" val="276445267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EB3FAA-F419-5CC8-15E2-040EA084A845}"/>
              </a:ext>
            </a:extLst>
          </p:cNvPr>
          <p:cNvSpPr>
            <a:spLocks noGrp="1"/>
          </p:cNvSpPr>
          <p:nvPr>
            <p:ph type="title"/>
          </p:nvPr>
        </p:nvSpPr>
        <p:spPr>
          <a:xfrm>
            <a:off x="457200" y="457200"/>
            <a:ext cx="4380272" cy="1453896"/>
          </a:xfrm>
        </p:spPr>
        <p:txBody>
          <a:bodyPr anchor="t">
            <a:normAutofit/>
          </a:bodyPr>
          <a:lstStyle/>
          <a:p>
            <a:r>
              <a:rPr lang="en-US"/>
              <a:t>Cost Advantage and Strategic Importance</a:t>
            </a:r>
          </a:p>
        </p:txBody>
      </p:sp>
      <p:pic>
        <p:nvPicPr>
          <p:cNvPr id="5" name="Content Placeholder 4" descr="Airplanes Flying as Graph Image">
            <a:extLst>
              <a:ext uri="{FF2B5EF4-FFF2-40B4-BE49-F238E27FC236}">
                <a16:creationId xmlns:a16="http://schemas.microsoft.com/office/drawing/2014/main" id="{B1C07A92-2196-4C4A-A6FA-3778EACF6D87}"/>
              </a:ext>
            </a:extLst>
          </p:cNvPr>
          <p:cNvPicPr>
            <a:picLocks noGrp="1" noChangeAspect="1"/>
          </p:cNvPicPr>
          <p:nvPr>
            <p:ph type="pic" sz="quarter" idx="13"/>
          </p:nvPr>
        </p:nvPicPr>
        <p:blipFill>
          <a:blip r:embed="rId3"/>
          <a:srcRect r="14432" b="1"/>
          <a:stretch>
            <a:fillRect/>
          </a:stretch>
        </p:blipFill>
        <p:spPr>
          <a:xfrm>
            <a:off x="20" y="2175642"/>
            <a:ext cx="5584186" cy="4682358"/>
          </a:xfrm>
          <a:prstGeom prst="rect">
            <a:avLst/>
          </a:prstGeom>
          <a:noFill/>
        </p:spPr>
      </p:pic>
      <p:sp>
        <p:nvSpPr>
          <p:cNvPr id="4" name="Content Placeholder 3">
            <a:extLst>
              <a:ext uri="{FF2B5EF4-FFF2-40B4-BE49-F238E27FC236}">
                <a16:creationId xmlns:a16="http://schemas.microsoft.com/office/drawing/2014/main" id="{8A75A2FF-331D-C667-CB59-90120FEAA1FE}"/>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096000" y="457201"/>
            <a:ext cx="5585925" cy="5875338"/>
          </a:xfrm>
        </p:spPr>
        <p:txBody>
          <a:bodyPr>
            <a:normAutofit/>
          </a:bodyPr>
          <a:lstStyle/>
          <a:p>
            <a:pPr marL="0" indent="0">
              <a:spcBef>
                <a:spcPts val="2500"/>
              </a:spcBef>
              <a:buFont typeface="Arial" panose="020B0604020202020204" pitchFamily="34" charset="0"/>
              <a:buNone/>
            </a:pPr>
            <a:r>
              <a:rPr lang="en-US" b="1"/>
              <a:t>Launch Cost Reduction</a:t>
            </a:r>
          </a:p>
          <a:p>
            <a:pPr marL="0" lvl="1" indent="0">
              <a:buFont typeface="Arial" panose="020B0604020202020204" pitchFamily="34" charset="0"/>
              <a:buNone/>
            </a:pPr>
            <a:r>
              <a:t>Reusable rocket stages reduce launch costs dramatically, making space missions more affordable and viable.</a:t>
            </a:r>
            <a:endParaRPr lang="en-US"/>
          </a:p>
          <a:p>
            <a:pPr marL="0" indent="0">
              <a:spcBef>
                <a:spcPts val="2500"/>
              </a:spcBef>
              <a:buFont typeface="Arial" panose="020B0604020202020204" pitchFamily="34" charset="0"/>
              <a:buNone/>
            </a:pPr>
            <a:r>
              <a:rPr lang="en-US" b="1"/>
              <a:t>Economic Impact of Reusability</a:t>
            </a:r>
          </a:p>
          <a:p>
            <a:pPr marL="0" lvl="1" indent="0">
              <a:buFont typeface="Arial" panose="020B0604020202020204" pitchFamily="34" charset="0"/>
              <a:buNone/>
            </a:pPr>
            <a:r>
              <a:t>Recovering and reusing rocket parts accounts for 50-60% cost savings in total rocket expenses.</a:t>
            </a:r>
            <a:endParaRPr lang="en-US"/>
          </a:p>
          <a:p>
            <a:pPr marL="0" indent="0">
              <a:spcBef>
                <a:spcPts val="2500"/>
              </a:spcBef>
              <a:buFont typeface="Arial" panose="020B0604020202020204" pitchFamily="34" charset="0"/>
              <a:buNone/>
            </a:pPr>
            <a:r>
              <a:rPr lang="en-US" b="1"/>
              <a:t>Predictive Analytics Role</a:t>
            </a:r>
          </a:p>
          <a:p>
            <a:pPr marL="0" lvl="1" indent="0">
              <a:buFont typeface="Arial" panose="020B0604020202020204" pitchFamily="34" charset="0"/>
              <a:buNone/>
            </a:pPr>
            <a:r>
              <a:t>Predicting landing success is crucial for cost estimation and strategic decision-making in aerospace missions.</a:t>
            </a:r>
            <a:endParaRPr lang="en-US"/>
          </a:p>
          <a:p>
            <a:pPr marL="0" indent="0">
              <a:spcBef>
                <a:spcPts val="2500"/>
              </a:spcBef>
              <a:buFont typeface="Arial" panose="020B0604020202020204" pitchFamily="34" charset="0"/>
              <a:buNone/>
            </a:pPr>
            <a:r>
              <a:rPr lang="en-US" b="1"/>
              <a:t>Competitive Strategy</a:t>
            </a:r>
          </a:p>
          <a:p>
            <a:pPr marL="0" lvl="1" indent="0">
              <a:buFont typeface="Arial" panose="020B0604020202020204" pitchFamily="34" charset="0"/>
              <a:buNone/>
            </a:pPr>
            <a:r>
              <a:t>Accurate predictions enable companies to benchmark, optimize planning, and allocate resources effectively.</a:t>
            </a:r>
            <a:endParaRPr lang="en-US"/>
          </a:p>
        </p:txBody>
      </p:sp>
    </p:spTree>
    <p:extLst>
      <p:ext uri="{BB962C8B-B14F-4D97-AF65-F5344CB8AC3E}">
        <p14:creationId xmlns:p14="http://schemas.microsoft.com/office/powerpoint/2010/main" val="399139232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7183C5-975F-9C9C-41C4-9B131DD69FD1}"/>
              </a:ext>
            </a:extLst>
          </p:cNvPr>
          <p:cNvSpPr>
            <a:spLocks noGrp="1"/>
          </p:cNvSpPr>
          <p:nvPr>
            <p:ph type="ctrTitle"/>
          </p:nvPr>
        </p:nvSpPr>
        <p:spPr>
          <a:xfrm>
            <a:off x="457197" y="3507830"/>
            <a:ext cx="7772400" cy="2944368"/>
          </a:xfrm>
        </p:spPr>
        <p:txBody>
          <a:bodyPr anchor="b">
            <a:normAutofit/>
          </a:bodyPr>
          <a:lstStyle/>
          <a:p>
            <a:r>
              <a:rPr lang="en-US" sz="7400"/>
              <a:t>Business Problem &amp; Objective</a:t>
            </a:r>
          </a:p>
        </p:txBody>
      </p:sp>
    </p:spTree>
    <p:extLst>
      <p:ext uri="{BB962C8B-B14F-4D97-AF65-F5344CB8AC3E}">
        <p14:creationId xmlns:p14="http://schemas.microsoft.com/office/powerpoint/2010/main" val="387804809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45AB2D-0D86-BDD3-A63F-F1816534163E}"/>
              </a:ext>
            </a:extLst>
          </p:cNvPr>
          <p:cNvSpPr>
            <a:spLocks noGrp="1"/>
          </p:cNvSpPr>
          <p:nvPr>
            <p:ph type="title"/>
          </p:nvPr>
        </p:nvSpPr>
        <p:spPr>
          <a:xfrm>
            <a:off x="457200" y="457200"/>
            <a:ext cx="4380272" cy="1453896"/>
          </a:xfrm>
        </p:spPr>
        <p:txBody>
          <a:bodyPr anchor="t">
            <a:normAutofit/>
          </a:bodyPr>
          <a:lstStyle/>
          <a:p>
            <a:r>
              <a:rPr lang="en-US"/>
              <a:t>Challenges and Goals</a:t>
            </a:r>
          </a:p>
        </p:txBody>
      </p:sp>
      <p:pic>
        <p:nvPicPr>
          <p:cNvPr id="5" name="Content Placeholder 4" descr="Abstract Cyberspace Concept with technology lines">
            <a:extLst>
              <a:ext uri="{FF2B5EF4-FFF2-40B4-BE49-F238E27FC236}">
                <a16:creationId xmlns:a16="http://schemas.microsoft.com/office/drawing/2014/main" id="{087D6A71-2C3E-44B0-B27B-230D8C8270F6}"/>
              </a:ext>
            </a:extLst>
          </p:cNvPr>
          <p:cNvPicPr>
            <a:picLocks noGrp="1" noChangeAspect="1"/>
          </p:cNvPicPr>
          <p:nvPr>
            <p:ph type="pic" sz="quarter" idx="13"/>
          </p:nvPr>
        </p:nvPicPr>
        <p:blipFill>
          <a:blip r:embed="rId3"/>
          <a:srcRect l="32917" r="-2" b="-2"/>
          <a:stretch>
            <a:fillRect/>
          </a:stretch>
        </p:blipFill>
        <p:spPr>
          <a:xfrm>
            <a:off x="20" y="2175642"/>
            <a:ext cx="5584186" cy="4682358"/>
          </a:xfrm>
          <a:prstGeom prst="rect">
            <a:avLst/>
          </a:prstGeom>
          <a:noFill/>
        </p:spPr>
      </p:pic>
      <p:sp>
        <p:nvSpPr>
          <p:cNvPr id="4" name="Content Placeholder 3">
            <a:extLst>
              <a:ext uri="{FF2B5EF4-FFF2-40B4-BE49-F238E27FC236}">
                <a16:creationId xmlns:a16="http://schemas.microsoft.com/office/drawing/2014/main" id="{A020A55C-7F8A-A190-7C10-4182F42DE05E}"/>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096000" y="457201"/>
            <a:ext cx="5585925" cy="5875338"/>
          </a:xfrm>
        </p:spPr>
        <p:txBody>
          <a:bodyPr>
            <a:normAutofit/>
          </a:bodyPr>
          <a:lstStyle/>
          <a:p>
            <a:pPr marL="0" indent="0">
              <a:spcBef>
                <a:spcPts val="2500"/>
              </a:spcBef>
              <a:buFont typeface="Arial" panose="020B0604020202020204" pitchFamily="34" charset="0"/>
              <a:buNone/>
            </a:pPr>
            <a:r>
              <a:rPr lang="en-US" b="1"/>
              <a:t>Rocket Reusability Impact</a:t>
            </a:r>
          </a:p>
          <a:p>
            <a:pPr marL="0" lvl="1" indent="0">
              <a:buFont typeface="Arial" panose="020B0604020202020204" pitchFamily="34" charset="0"/>
              <a:buNone/>
            </a:pPr>
            <a:r>
              <a:t>Reusing the first rocket stage reduces costs and increases mission frequency in the space industry.</a:t>
            </a:r>
            <a:endParaRPr lang="en-US"/>
          </a:p>
          <a:p>
            <a:pPr marL="0" indent="0">
              <a:spcBef>
                <a:spcPts val="2500"/>
              </a:spcBef>
              <a:buFont typeface="Arial" panose="020B0604020202020204" pitchFamily="34" charset="0"/>
              <a:buNone/>
            </a:pPr>
            <a:r>
              <a:rPr lang="en-US" b="1"/>
              <a:t>Complexity of Prediction</a:t>
            </a:r>
          </a:p>
          <a:p>
            <a:pPr marL="0" lvl="1" indent="0">
              <a:buFont typeface="Arial" panose="020B0604020202020204" pitchFamily="34" charset="0"/>
              <a:buNone/>
            </a:pPr>
            <a:r>
              <a:t>Landing success prediction depends on parameters like orbit type, payload mass, and launch conditions.</a:t>
            </a:r>
            <a:endParaRPr lang="en-US"/>
          </a:p>
          <a:p>
            <a:pPr marL="0" indent="0">
              <a:spcBef>
                <a:spcPts val="2500"/>
              </a:spcBef>
              <a:buFont typeface="Arial" panose="020B0604020202020204" pitchFamily="34" charset="0"/>
              <a:buNone/>
            </a:pPr>
            <a:r>
              <a:rPr lang="en-US" b="1"/>
              <a:t>Business Problem and Objective</a:t>
            </a:r>
          </a:p>
          <a:p>
            <a:pPr marL="0" lvl="1" indent="0">
              <a:buFont typeface="Arial" panose="020B0604020202020204" pitchFamily="34" charset="0"/>
              <a:buNone/>
            </a:pPr>
            <a:r>
              <a:t>Accurate predictions optimize launch costs and mission planning to reduce financial risks.</a:t>
            </a:r>
            <a:endParaRPr lang="en-US"/>
          </a:p>
          <a:p>
            <a:pPr marL="0" indent="0">
              <a:spcBef>
                <a:spcPts val="2500"/>
              </a:spcBef>
              <a:buFont typeface="Arial" panose="020B0604020202020204" pitchFamily="34" charset="0"/>
              <a:buNone/>
            </a:pPr>
            <a:r>
              <a:rPr lang="en-US" b="1"/>
              <a:t>Strategic Benefits</a:t>
            </a:r>
          </a:p>
          <a:p>
            <a:pPr marL="0" lvl="1" indent="0">
              <a:buFont typeface="Arial" panose="020B0604020202020204" pitchFamily="34" charset="0"/>
              <a:buNone/>
            </a:pPr>
            <a:r>
              <a:t>Predictive modeling supports informed decisions and enhances operational efficiency in space missions.</a:t>
            </a:r>
            <a:endParaRPr lang="en-US"/>
          </a:p>
        </p:txBody>
      </p:sp>
    </p:spTree>
    <p:extLst>
      <p:ext uri="{BB962C8B-B14F-4D97-AF65-F5344CB8AC3E}">
        <p14:creationId xmlns:p14="http://schemas.microsoft.com/office/powerpoint/2010/main" val="211294692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46D397-858D-02A2-D71C-D0B0C02080F4}"/>
              </a:ext>
            </a:extLst>
          </p:cNvPr>
          <p:cNvSpPr>
            <a:spLocks noGrp="1"/>
          </p:cNvSpPr>
          <p:nvPr>
            <p:ph type="ctrTitle"/>
          </p:nvPr>
        </p:nvSpPr>
        <p:spPr>
          <a:xfrm>
            <a:off x="457197" y="3507830"/>
            <a:ext cx="7772400" cy="2944368"/>
          </a:xfrm>
        </p:spPr>
        <p:txBody>
          <a:bodyPr anchor="b">
            <a:normAutofit/>
          </a:bodyPr>
          <a:lstStyle/>
          <a:p>
            <a:r>
              <a:rPr lang="en-US"/>
              <a:t>Methodology</a:t>
            </a:r>
          </a:p>
        </p:txBody>
      </p:sp>
    </p:spTree>
    <p:extLst>
      <p:ext uri="{BB962C8B-B14F-4D97-AF65-F5344CB8AC3E}">
        <p14:creationId xmlns:p14="http://schemas.microsoft.com/office/powerpoint/2010/main" val="70841942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2A4220-A662-1CB4-8495-57E2B639F71A}"/>
              </a:ext>
            </a:extLst>
          </p:cNvPr>
          <p:cNvSpPr>
            <a:spLocks noGrp="1"/>
          </p:cNvSpPr>
          <p:nvPr>
            <p:ph type="title"/>
          </p:nvPr>
        </p:nvSpPr>
        <p:spPr>
          <a:xfrm>
            <a:off x="457200" y="457200"/>
            <a:ext cx="7084142" cy="968895"/>
          </a:xfrm>
        </p:spPr>
        <p:txBody>
          <a:bodyPr anchor="b">
            <a:normAutofit/>
          </a:bodyPr>
          <a:lstStyle/>
          <a:p>
            <a:r>
              <a:rPr lang="en-US"/>
              <a:t>Data Collection and Modeling Approach</a:t>
            </a:r>
          </a:p>
        </p:txBody>
      </p:sp>
      <p:sp>
        <p:nvSpPr>
          <p:cNvPr id="4" name="Content Placeholder 3">
            <a:extLst>
              <a:ext uri="{FF2B5EF4-FFF2-40B4-BE49-F238E27FC236}">
                <a16:creationId xmlns:a16="http://schemas.microsoft.com/office/drawing/2014/main" id="{79F0DFA7-705E-803E-8CA7-F5800D081BF1}"/>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57199" y="1596044"/>
            <a:ext cx="7084143" cy="4686769"/>
          </a:xfrm>
        </p:spPr>
        <p:txBody>
          <a:bodyPr>
            <a:normAutofit/>
          </a:bodyPr>
          <a:lstStyle/>
          <a:p>
            <a:pPr marL="0" indent="0">
              <a:spcBef>
                <a:spcPts val="2500"/>
              </a:spcBef>
              <a:buFont typeface="Arial" panose="020B0604020202020204" pitchFamily="34" charset="0"/>
              <a:buNone/>
            </a:pPr>
            <a:r>
              <a:rPr lang="en-US" b="1"/>
              <a:t>Data Collection and Storage</a:t>
            </a:r>
          </a:p>
          <a:p>
            <a:pPr marL="0" lvl="1" indent="0">
              <a:buFont typeface="Arial" panose="020B0604020202020204" pitchFamily="34" charset="0"/>
              <a:buNone/>
            </a:pPr>
            <a:r>
              <a:t>Data was gathered from APIs and web scraping, then stored efficiently in a structured SQLite database.</a:t>
            </a:r>
            <a:endParaRPr lang="en-US"/>
          </a:p>
          <a:p>
            <a:pPr marL="0" indent="0">
              <a:spcBef>
                <a:spcPts val="2500"/>
              </a:spcBef>
              <a:buFont typeface="Arial" panose="020B0604020202020204" pitchFamily="34" charset="0"/>
              <a:buNone/>
            </a:pPr>
            <a:r>
              <a:rPr lang="en-US" b="1"/>
              <a:t>Data Wrangling and Feature Engineering</a:t>
            </a:r>
          </a:p>
          <a:p>
            <a:pPr marL="0" lvl="1" indent="0">
              <a:buFont typeface="Arial" panose="020B0604020202020204" pitchFamily="34" charset="0"/>
              <a:buNone/>
            </a:pPr>
            <a:r>
              <a:t>Data cleaning fixed types, removed irrelevant info, and created a target 'Class' column for success classification.</a:t>
            </a:r>
            <a:endParaRPr lang="en-US"/>
          </a:p>
          <a:p>
            <a:pPr marL="0" indent="0">
              <a:spcBef>
                <a:spcPts val="2500"/>
              </a:spcBef>
              <a:buFont typeface="Arial" panose="020B0604020202020204" pitchFamily="34" charset="0"/>
              <a:buNone/>
            </a:pPr>
            <a:r>
              <a:rPr lang="en-US" b="1"/>
              <a:t>Exploratory Data Analysis (EDA)</a:t>
            </a:r>
          </a:p>
          <a:p>
            <a:pPr marL="0" lvl="1" indent="0">
              <a:buFont typeface="Arial" panose="020B0604020202020204" pitchFamily="34" charset="0"/>
              <a:buNone/>
            </a:pPr>
            <a:r>
              <a:t>Visualization of trends and launch locations was performed using Seaborn, Matplotlib, and Folium tools.</a:t>
            </a:r>
            <a:endParaRPr lang="en-US"/>
          </a:p>
          <a:p>
            <a:pPr marL="0" indent="0">
              <a:spcBef>
                <a:spcPts val="2500"/>
              </a:spcBef>
              <a:buFont typeface="Arial" panose="020B0604020202020204" pitchFamily="34" charset="0"/>
              <a:buNone/>
            </a:pPr>
            <a:r>
              <a:rPr lang="en-US" b="1"/>
              <a:t>Model Development and Deployment</a:t>
            </a:r>
          </a:p>
          <a:p>
            <a:pPr marL="0" lvl="1" indent="0">
              <a:buFont typeface="Arial" panose="020B0604020202020204" pitchFamily="34" charset="0"/>
              <a:buNone/>
            </a:pPr>
            <a:r>
              <a:t>Multiple algorithms were tested; Logistic Regression tuned with GridSearchCV was deployed via a Streamlit web app.</a:t>
            </a:r>
            <a:endParaRPr lang="en-US"/>
          </a:p>
        </p:txBody>
      </p:sp>
      <p:pic>
        <p:nvPicPr>
          <p:cNvPr id="5" name="Content Placeholder 4" descr="Cryptocurrency Bitcoin, Blockchain, Blueprint">
            <a:extLst>
              <a:ext uri="{FF2B5EF4-FFF2-40B4-BE49-F238E27FC236}">
                <a16:creationId xmlns:a16="http://schemas.microsoft.com/office/drawing/2014/main" id="{E29423B8-88D7-4D28-9A06-F72D0AA020AF}"/>
              </a:ext>
            </a:extLst>
          </p:cNvPr>
          <p:cNvPicPr>
            <a:picLocks noGrp="1" noChangeAspect="1"/>
          </p:cNvPicPr>
          <p:nvPr>
            <p:ph type="pic" sz="quarter" idx="13"/>
          </p:nvPr>
        </p:nvPicPr>
        <p:blipFill>
          <a:blip r:embed="rId3"/>
          <a:srcRect l="32594" r="33775"/>
          <a:stretch>
            <a:fillRect/>
          </a:stretch>
        </p:blipFill>
        <p:spPr>
          <a:xfrm>
            <a:off x="8091732" y="10"/>
            <a:ext cx="4100267" cy="6857990"/>
          </a:xfrm>
          <a:prstGeom prst="rect">
            <a:avLst/>
          </a:prstGeom>
          <a:noFill/>
        </p:spPr>
      </p:pic>
    </p:spTree>
    <p:extLst>
      <p:ext uri="{BB962C8B-B14F-4D97-AF65-F5344CB8AC3E}">
        <p14:creationId xmlns:p14="http://schemas.microsoft.com/office/powerpoint/2010/main" val="105261333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6D4076-E41D-041E-AA11-84C86AE8FC06}"/>
              </a:ext>
            </a:extLst>
          </p:cNvPr>
          <p:cNvSpPr>
            <a:spLocks noGrp="1"/>
          </p:cNvSpPr>
          <p:nvPr>
            <p:ph type="ctrTitle"/>
          </p:nvPr>
        </p:nvSpPr>
        <p:spPr>
          <a:xfrm>
            <a:off x="457197" y="3507830"/>
            <a:ext cx="7772400" cy="2944368"/>
          </a:xfrm>
        </p:spPr>
        <p:txBody>
          <a:bodyPr anchor="b">
            <a:normAutofit/>
          </a:bodyPr>
          <a:lstStyle/>
          <a:p>
            <a:r>
              <a:rPr lang="en-US"/>
              <a:t>EDA Insights</a:t>
            </a:r>
          </a:p>
        </p:txBody>
      </p:sp>
    </p:spTree>
    <p:extLst>
      <p:ext uri="{BB962C8B-B14F-4D97-AF65-F5344CB8AC3E}">
        <p14:creationId xmlns:p14="http://schemas.microsoft.com/office/powerpoint/2010/main" val="52826472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1D91E1-E569-4284-F55D-9FBB5DB973F1}"/>
              </a:ext>
            </a:extLst>
          </p:cNvPr>
          <p:cNvSpPr>
            <a:spLocks noGrp="1"/>
          </p:cNvSpPr>
          <p:nvPr>
            <p:ph type="title"/>
          </p:nvPr>
        </p:nvSpPr>
        <p:spPr>
          <a:xfrm>
            <a:off x="118533" y="299963"/>
            <a:ext cx="5535503" cy="1200815"/>
          </a:xfrm>
        </p:spPr>
        <p:txBody>
          <a:bodyPr anchor="b">
            <a:normAutofit/>
          </a:bodyPr>
          <a:lstStyle/>
          <a:p>
            <a:r>
              <a:rPr lang="en-US" sz="3200" b="1" dirty="0"/>
              <a:t>Key Observations from Data Analysis</a:t>
            </a:r>
          </a:p>
        </p:txBody>
      </p:sp>
      <p:graphicFrame>
        <p:nvGraphicFramePr>
          <p:cNvPr id="5" name="Content Placeholder 4">
            <a:extLst>
              <a:ext uri="{FF2B5EF4-FFF2-40B4-BE49-F238E27FC236}">
                <a16:creationId xmlns:a16="http://schemas.microsoft.com/office/drawing/2014/main" id="{741A5FEE-3E1E-40C6-89C9-5AA9345AD1D5}"/>
              </a:ext>
            </a:extLst>
          </p:cNvPr>
          <p:cNvGraphicFramePr>
            <a:graphicFrameLocks noGrp="1"/>
          </p:cNvGraphicFramePr>
          <p:nvPr>
            <p:ph idx="1"/>
            <p:extLst>
              <p:ext uri="{D42A27DB-BD31-4B8C-83A1-F6EECF244321}">
                <p14:modId xmlns:p14="http://schemas.microsoft.com/office/powerpoint/2010/main" val="2026289897"/>
              </p:ext>
            </p:extLst>
          </p:nvPr>
        </p:nvGraphicFramePr>
        <p:xfrm>
          <a:off x="7051523" y="193522"/>
          <a:ext cx="4845598" cy="4842640"/>
        </p:xfrm>
        <a:graphic>
          <a:graphicData uri="http://schemas.openxmlformats.org/drawingml/2006/table">
            <a:tbl>
              <a:tblPr firstRow="1" bandRow="1">
                <a:noFill/>
                <a:tableStyleId>{5C22544A-7EE6-4342-B048-85BDC9FD1C3A}</a:tableStyleId>
              </a:tblPr>
              <a:tblGrid>
                <a:gridCol w="1760482">
                  <a:extLst>
                    <a:ext uri="{9D8B030D-6E8A-4147-A177-3AD203B41FA5}">
                      <a16:colId xmlns:a16="http://schemas.microsoft.com/office/drawing/2014/main" val="4184718710"/>
                    </a:ext>
                  </a:extLst>
                </a:gridCol>
                <a:gridCol w="3085116">
                  <a:extLst>
                    <a:ext uri="{9D8B030D-6E8A-4147-A177-3AD203B41FA5}">
                      <a16:colId xmlns:a16="http://schemas.microsoft.com/office/drawing/2014/main" val="2480821493"/>
                    </a:ext>
                  </a:extLst>
                </a:gridCol>
              </a:tblGrid>
              <a:tr h="1309780">
                <a:tc>
                  <a:txBody>
                    <a:bodyPr/>
                    <a:lstStyle/>
                    <a:p>
                      <a:pPr>
                        <a:buNone/>
                      </a:pPr>
                      <a:r>
                        <a:rPr lang="en-US" sz="2900" b="1" cap="all" spc="150" dirty="0">
                          <a:solidFill>
                            <a:srgbClr val="F1F1F1"/>
                          </a:solidFill>
                        </a:rPr>
                        <a:t>Orbit</a:t>
                      </a:r>
                    </a:p>
                  </a:txBody>
                  <a:tcPr marL="249568" marR="249568" marT="249568" marB="249568" anchor="ctr">
                    <a:lnL w="12700" cmpd="sng">
                      <a:noFill/>
                    </a:lnL>
                    <a:lnR w="12700" cmpd="sng">
                      <a:noFill/>
                    </a:lnR>
                    <a:lnT w="6350" cap="flat" cmpd="sng" algn="ctr">
                      <a:noFill/>
                      <a:prstDash val="solid"/>
                    </a:lnT>
                    <a:lnB w="6350" cap="flat" cmpd="sng" algn="ctr">
                      <a:noFill/>
                      <a:prstDash val="solid"/>
                    </a:lnB>
                    <a:solidFill>
                      <a:schemeClr val="accent1"/>
                    </a:solidFill>
                  </a:tcPr>
                </a:tc>
                <a:tc>
                  <a:txBody>
                    <a:bodyPr/>
                    <a:lstStyle/>
                    <a:p>
                      <a:pPr>
                        <a:buNone/>
                      </a:pPr>
                      <a:r>
                        <a:rPr lang="en-US" sz="2900" b="1" cap="all" spc="150" dirty="0">
                          <a:solidFill>
                            <a:srgbClr val="F1F1F1"/>
                          </a:solidFill>
                        </a:rPr>
                        <a:t>Success Rate (%)</a:t>
                      </a:r>
                    </a:p>
                  </a:txBody>
                  <a:tcPr marL="249568" marR="249568" marT="249568" marB="249568" anchor="ctr">
                    <a:lnL w="12700" cmpd="sng">
                      <a:noFill/>
                    </a:lnL>
                    <a:lnR w="12700" cmpd="sng">
                      <a:noFill/>
                    </a:lnR>
                    <a:lnT w="6350" cap="flat" cmpd="sng" algn="ctr">
                      <a:noFill/>
                      <a:prstDash val="solid"/>
                    </a:lnT>
                    <a:lnB w="6350" cap="flat" cmpd="sng" algn="ctr">
                      <a:noFill/>
                      <a:prstDash val="solid"/>
                    </a:lnB>
                    <a:solidFill>
                      <a:schemeClr val="accent1"/>
                    </a:solidFill>
                  </a:tcPr>
                </a:tc>
                <a:extLst>
                  <a:ext uri="{0D108BD9-81ED-4DB2-BD59-A6C34878D82A}">
                    <a16:rowId xmlns:a16="http://schemas.microsoft.com/office/drawing/2014/main" val="349298062"/>
                  </a:ext>
                </a:extLst>
              </a:tr>
              <a:tr h="815523">
                <a:tc>
                  <a:txBody>
                    <a:bodyPr/>
                    <a:lstStyle/>
                    <a:p>
                      <a:pPr>
                        <a:buNone/>
                      </a:pPr>
                      <a:r>
                        <a:rPr lang="en-US" sz="2400" b="1" cap="none" spc="0" dirty="0">
                          <a:solidFill>
                            <a:schemeClr val="tx1"/>
                          </a:solidFill>
                        </a:rPr>
                        <a:t>ES-L1</a:t>
                      </a:r>
                    </a:p>
                  </a:txBody>
                  <a:tcPr marL="249568" marR="249568" marT="249568" marB="249568" anchor="ctr">
                    <a:lnL w="12700" cmpd="sng">
                      <a:noFill/>
                      <a:prstDash val="solid"/>
                    </a:lnL>
                    <a:lnR w="12700" cmpd="sng">
                      <a:noFill/>
                      <a:prstDash val="solid"/>
                    </a:lnR>
                    <a:lnT w="6350" cap="flat" cmpd="sng" algn="ctr">
                      <a:noFill/>
                      <a:prstDash val="solid"/>
                    </a:lnT>
                    <a:lnB w="6350" cap="flat" cmpd="sng" algn="ctr">
                      <a:solidFill>
                        <a:schemeClr val="tx1"/>
                      </a:solidFill>
                      <a:prstDash val="solid"/>
                    </a:lnB>
                    <a:noFill/>
                  </a:tcPr>
                </a:tc>
                <a:tc>
                  <a:txBody>
                    <a:bodyPr/>
                    <a:lstStyle/>
                    <a:p>
                      <a:pPr>
                        <a:buNone/>
                      </a:pPr>
                      <a:r>
                        <a:rPr lang="en-US" sz="2400" cap="none" spc="0" dirty="0">
                          <a:solidFill>
                            <a:schemeClr val="tx1"/>
                          </a:solidFill>
                        </a:rPr>
                        <a:t>100</a:t>
                      </a:r>
                    </a:p>
                  </a:txBody>
                  <a:tcPr marL="249568" marR="249568" marT="249568" marB="249568" anchor="ctr">
                    <a:lnL w="12700" cmpd="sng">
                      <a:noFill/>
                      <a:prstDash val="solid"/>
                    </a:lnL>
                    <a:lnR w="12700" cmpd="sng">
                      <a:noFill/>
                      <a:prstDash val="solid"/>
                    </a:lnR>
                    <a:lnT w="6350" cap="flat" cmpd="sng" algn="ctr">
                      <a:noFill/>
                      <a:prstDash val="solid"/>
                    </a:lnT>
                    <a:lnB w="6350" cap="flat" cmpd="sng" algn="ctr">
                      <a:solidFill>
                        <a:schemeClr val="tx1"/>
                      </a:solidFill>
                      <a:prstDash val="solid"/>
                    </a:lnB>
                    <a:noFill/>
                  </a:tcPr>
                </a:tc>
                <a:extLst>
                  <a:ext uri="{0D108BD9-81ED-4DB2-BD59-A6C34878D82A}">
                    <a16:rowId xmlns:a16="http://schemas.microsoft.com/office/drawing/2014/main" val="2782461990"/>
                  </a:ext>
                </a:extLst>
              </a:tr>
              <a:tr h="815523">
                <a:tc>
                  <a:txBody>
                    <a:bodyPr/>
                    <a:lstStyle/>
                    <a:p>
                      <a:pPr>
                        <a:buNone/>
                      </a:pPr>
                      <a:r>
                        <a:rPr lang="en-US" sz="2400" b="1" cap="none" spc="0" dirty="0">
                          <a:solidFill>
                            <a:schemeClr val="tx1"/>
                          </a:solidFill>
                        </a:rPr>
                        <a:t>GEO</a:t>
                      </a:r>
                    </a:p>
                  </a:txBody>
                  <a:tcPr marL="249568" marR="249568" marT="249568" marB="249568"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2400" cap="none" spc="0" dirty="0">
                          <a:solidFill>
                            <a:schemeClr val="tx1"/>
                          </a:solidFill>
                        </a:rPr>
                        <a:t>100</a:t>
                      </a:r>
                    </a:p>
                  </a:txBody>
                  <a:tcPr marL="249568" marR="249568" marT="249568" marB="249568"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extLst>
                  <a:ext uri="{0D108BD9-81ED-4DB2-BD59-A6C34878D82A}">
                    <a16:rowId xmlns:a16="http://schemas.microsoft.com/office/drawing/2014/main" val="2630770237"/>
                  </a:ext>
                </a:extLst>
              </a:tr>
              <a:tr h="815523">
                <a:tc>
                  <a:txBody>
                    <a:bodyPr/>
                    <a:lstStyle/>
                    <a:p>
                      <a:pPr>
                        <a:buNone/>
                      </a:pPr>
                      <a:r>
                        <a:rPr lang="en-US" sz="2400" b="1" cap="none" spc="0" dirty="0">
                          <a:solidFill>
                            <a:schemeClr val="tx1"/>
                          </a:solidFill>
                        </a:rPr>
                        <a:t>HEO</a:t>
                      </a:r>
                    </a:p>
                  </a:txBody>
                  <a:tcPr marL="249568" marR="249568" marT="249568" marB="249568"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2400" cap="none" spc="0" dirty="0">
                          <a:solidFill>
                            <a:schemeClr val="tx1"/>
                          </a:solidFill>
                        </a:rPr>
                        <a:t>100</a:t>
                      </a:r>
                    </a:p>
                  </a:txBody>
                  <a:tcPr marL="249568" marR="249568" marT="249568" marB="249568"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extLst>
                  <a:ext uri="{0D108BD9-81ED-4DB2-BD59-A6C34878D82A}">
                    <a16:rowId xmlns:a16="http://schemas.microsoft.com/office/drawing/2014/main" val="288317491"/>
                  </a:ext>
                </a:extLst>
              </a:tr>
              <a:tr h="815523">
                <a:tc>
                  <a:txBody>
                    <a:bodyPr/>
                    <a:lstStyle/>
                    <a:p>
                      <a:pPr>
                        <a:buNone/>
                      </a:pPr>
                      <a:r>
                        <a:rPr lang="en-US" sz="2400" b="1" cap="none" spc="0" dirty="0">
                          <a:solidFill>
                            <a:schemeClr val="tx1"/>
                          </a:solidFill>
                        </a:rPr>
                        <a:t>SSO</a:t>
                      </a:r>
                    </a:p>
                  </a:txBody>
                  <a:tcPr marL="249568" marR="249568" marT="249568" marB="249568" anchor="ctr">
                    <a:lnL w="12700" cmpd="sng">
                      <a:noFill/>
                      <a:prstDash val="solid"/>
                    </a:lnL>
                    <a:lnR w="12700" cmpd="sng">
                      <a:noFill/>
                      <a:prstDash val="solid"/>
                    </a:lnR>
                    <a:lnT w="6350" cap="flat" cmpd="sng" algn="ctr">
                      <a:solidFill>
                        <a:schemeClr val="tx1"/>
                      </a:solidFill>
                      <a:prstDash val="solid"/>
                    </a:lnT>
                    <a:lnB w="9525" cap="flat" cmpd="sng" algn="ctr">
                      <a:noFill/>
                      <a:prstDash val="solid"/>
                    </a:lnB>
                    <a:noFill/>
                  </a:tcPr>
                </a:tc>
                <a:tc>
                  <a:txBody>
                    <a:bodyPr/>
                    <a:lstStyle/>
                    <a:p>
                      <a:pPr>
                        <a:buNone/>
                      </a:pPr>
                      <a:r>
                        <a:rPr lang="en-US" sz="2400" cap="none" spc="0" dirty="0">
                          <a:solidFill>
                            <a:schemeClr val="tx1"/>
                          </a:solidFill>
                        </a:rPr>
                        <a:t>100</a:t>
                      </a:r>
                    </a:p>
                  </a:txBody>
                  <a:tcPr marL="249568" marR="249568" marT="249568" marB="249568" anchor="ctr">
                    <a:lnL w="12700" cmpd="sng">
                      <a:noFill/>
                      <a:prstDash val="solid"/>
                    </a:lnL>
                    <a:lnR w="12700" cmpd="sng">
                      <a:noFill/>
                      <a:prstDash val="solid"/>
                    </a:lnR>
                    <a:lnT w="6350" cap="flat" cmpd="sng" algn="ctr">
                      <a:solidFill>
                        <a:schemeClr val="tx1"/>
                      </a:solidFill>
                      <a:prstDash val="solid"/>
                    </a:lnT>
                    <a:lnB w="9525" cap="flat" cmpd="sng" algn="ctr">
                      <a:noFill/>
                      <a:prstDash val="solid"/>
                    </a:lnB>
                    <a:noFill/>
                  </a:tcPr>
                </a:tc>
                <a:extLst>
                  <a:ext uri="{0D108BD9-81ED-4DB2-BD59-A6C34878D82A}">
                    <a16:rowId xmlns:a16="http://schemas.microsoft.com/office/drawing/2014/main" val="262792214"/>
                  </a:ext>
                </a:extLst>
              </a:tr>
            </a:tbl>
          </a:graphicData>
        </a:graphic>
      </p:graphicFrame>
      <p:pic>
        <p:nvPicPr>
          <p:cNvPr id="3" name="Picture 2" descr="A graph of blue bars&#10;&#10;AI-generated content may be incorrect.">
            <a:extLst>
              <a:ext uri="{FF2B5EF4-FFF2-40B4-BE49-F238E27FC236}">
                <a16:creationId xmlns:a16="http://schemas.microsoft.com/office/drawing/2014/main" id="{A09C5256-B732-3D96-0286-271EAD7AD2C4}"/>
              </a:ext>
            </a:extLst>
          </p:cNvPr>
          <p:cNvPicPr>
            <a:picLocks noChangeAspect="1"/>
          </p:cNvPicPr>
          <p:nvPr/>
        </p:nvPicPr>
        <p:blipFill>
          <a:blip r:embed="rId3"/>
          <a:stretch>
            <a:fillRect/>
          </a:stretch>
        </p:blipFill>
        <p:spPr>
          <a:xfrm>
            <a:off x="113468" y="2028070"/>
            <a:ext cx="6752016" cy="4168623"/>
          </a:xfrm>
          <a:prstGeom prst="rect">
            <a:avLst/>
          </a:prstGeom>
        </p:spPr>
      </p:pic>
    </p:spTree>
    <p:extLst>
      <p:ext uri="{BB962C8B-B14F-4D97-AF65-F5344CB8AC3E}">
        <p14:creationId xmlns:p14="http://schemas.microsoft.com/office/powerpoint/2010/main" val="908588079"/>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DFCC16-87EC-E8A1-AFD5-5F4713F0A1B7}"/>
              </a:ext>
            </a:extLst>
          </p:cNvPr>
          <p:cNvSpPr>
            <a:spLocks noGrp="1"/>
          </p:cNvSpPr>
          <p:nvPr>
            <p:ph type="title"/>
          </p:nvPr>
        </p:nvSpPr>
        <p:spPr>
          <a:xfrm>
            <a:off x="457200" y="417786"/>
            <a:ext cx="2978819" cy="2586970"/>
          </a:xfrm>
        </p:spPr>
        <p:txBody>
          <a:bodyPr vert="horz" lIns="91440" tIns="45720" rIns="91440" bIns="45720" rtlCol="0" anchor="b">
            <a:noAutofit/>
          </a:bodyPr>
          <a:lstStyle/>
          <a:p>
            <a:r>
              <a:rPr lang="en-US" sz="3600" b="1" dirty="0"/>
              <a:t>Key Observations from </a:t>
            </a:r>
            <a:r>
              <a:rPr lang="en-US" sz="3600" b="1" u="sng" err="1"/>
              <a:t>DataAnalysis</a:t>
            </a:r>
            <a:endParaRPr lang="en-US" sz="3600" u="sng" err="1"/>
          </a:p>
        </p:txBody>
      </p:sp>
      <p:pic>
        <p:nvPicPr>
          <p:cNvPr id="4" name="Content Placeholder 3" descr="A screenshot of a computer&#10;&#10;AI-generated content may be incorrect.">
            <a:extLst>
              <a:ext uri="{FF2B5EF4-FFF2-40B4-BE49-F238E27FC236}">
                <a16:creationId xmlns:a16="http://schemas.microsoft.com/office/drawing/2014/main" id="{DC70F7D4-AAF8-CEBB-CDEB-84558B5A638E}"/>
              </a:ext>
            </a:extLst>
          </p:cNvPr>
          <p:cNvPicPr>
            <a:picLocks noGrp="1" noChangeAspect="1"/>
          </p:cNvPicPr>
          <p:nvPr>
            <p:ph idx="1"/>
          </p:nvPr>
        </p:nvPicPr>
        <p:blipFill>
          <a:blip r:embed="rId2"/>
          <a:stretch>
            <a:fillRect/>
          </a:stretch>
        </p:blipFill>
        <p:spPr>
          <a:xfrm>
            <a:off x="6105751" y="2546900"/>
            <a:ext cx="5542236" cy="1326274"/>
          </a:xfrm>
          <a:prstGeom prst="rect">
            <a:avLst/>
          </a:prstGeom>
        </p:spPr>
      </p:pic>
      <p:pic>
        <p:nvPicPr>
          <p:cNvPr id="5" name="Picture 4">
            <a:extLst>
              <a:ext uri="{FF2B5EF4-FFF2-40B4-BE49-F238E27FC236}">
                <a16:creationId xmlns:a16="http://schemas.microsoft.com/office/drawing/2014/main" id="{B96BDEF0-457B-CC5E-BDD4-20120E977571}"/>
              </a:ext>
            </a:extLst>
          </p:cNvPr>
          <p:cNvPicPr>
            <a:picLocks noChangeAspect="1"/>
          </p:cNvPicPr>
          <p:nvPr/>
        </p:nvPicPr>
        <p:blipFill>
          <a:blip r:embed="rId3"/>
          <a:stretch>
            <a:fillRect/>
          </a:stretch>
        </p:blipFill>
        <p:spPr>
          <a:xfrm>
            <a:off x="452275" y="5180286"/>
            <a:ext cx="5533039" cy="1319048"/>
          </a:xfrm>
          <a:prstGeom prst="rect">
            <a:avLst/>
          </a:prstGeom>
        </p:spPr>
      </p:pic>
      <p:sp>
        <p:nvSpPr>
          <p:cNvPr id="9" name="TextBox 8">
            <a:extLst>
              <a:ext uri="{FF2B5EF4-FFF2-40B4-BE49-F238E27FC236}">
                <a16:creationId xmlns:a16="http://schemas.microsoft.com/office/drawing/2014/main" id="{0F68D967-7508-3194-0575-38B372935B0A}"/>
              </a:ext>
            </a:extLst>
          </p:cNvPr>
          <p:cNvSpPr txBox="1"/>
          <p:nvPr/>
        </p:nvSpPr>
        <p:spPr>
          <a:xfrm>
            <a:off x="6109136" y="1707931"/>
            <a:ext cx="5544208"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dirty="0">
                <a:solidFill>
                  <a:srgbClr val="1F2328"/>
                </a:solidFill>
                <a:latin typeface="Calibri"/>
                <a:ea typeface="+mn-lt"/>
                <a:cs typeface="+mn-lt"/>
              </a:rPr>
              <a:t>Maximum payload carried by Falcon 9: </a:t>
            </a:r>
            <a:r>
              <a:rPr lang="en-US" sz="2000" b="1" dirty="0">
                <a:solidFill>
                  <a:srgbClr val="1F2328"/>
                </a:solidFill>
                <a:latin typeface="Calibri"/>
                <a:ea typeface="+mn-lt"/>
                <a:cs typeface="+mn-lt"/>
              </a:rPr>
              <a:t>5000 kg</a:t>
            </a:r>
            <a:endParaRPr lang="en-US" sz="2000" b="1" dirty="0">
              <a:latin typeface="Calibri"/>
            </a:endParaRPr>
          </a:p>
          <a:p>
            <a:pPr algn="ctr"/>
            <a:endParaRPr lang="en-US"/>
          </a:p>
        </p:txBody>
      </p:sp>
      <p:sp>
        <p:nvSpPr>
          <p:cNvPr id="10" name="TextBox 9">
            <a:extLst>
              <a:ext uri="{FF2B5EF4-FFF2-40B4-BE49-F238E27FC236}">
                <a16:creationId xmlns:a16="http://schemas.microsoft.com/office/drawing/2014/main" id="{BFF2D320-299C-8F7F-DD28-CC1129B8A1EC}"/>
              </a:ext>
            </a:extLst>
          </p:cNvPr>
          <p:cNvSpPr txBox="1"/>
          <p:nvPr/>
        </p:nvSpPr>
        <p:spPr>
          <a:xfrm>
            <a:off x="459827" y="4637689"/>
            <a:ext cx="4322379"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dirty="0">
                <a:solidFill>
                  <a:srgbClr val="1F2328"/>
                </a:solidFill>
                <a:latin typeface="Calibri"/>
                <a:ea typeface="+mn-lt"/>
                <a:cs typeface="+mn-lt"/>
              </a:rPr>
              <a:t>NASA</a:t>
            </a:r>
            <a:r>
              <a:rPr lang="en-US" sz="2000" dirty="0">
                <a:solidFill>
                  <a:srgbClr val="1F2328"/>
                </a:solidFill>
                <a:latin typeface="Calibri"/>
                <a:ea typeface="+mn-lt"/>
                <a:cs typeface="+mn-lt"/>
              </a:rPr>
              <a:t> is a major client with </a:t>
            </a:r>
            <a:r>
              <a:rPr lang="en-US" sz="2000" b="1" dirty="0">
                <a:solidFill>
                  <a:srgbClr val="1F2328"/>
                </a:solidFill>
                <a:latin typeface="Calibri"/>
                <a:ea typeface="+mn-lt"/>
                <a:cs typeface="+mn-lt"/>
              </a:rPr>
              <a:t>32</a:t>
            </a:r>
            <a:r>
              <a:rPr lang="en-US" sz="2000" dirty="0">
                <a:solidFill>
                  <a:srgbClr val="1F2328"/>
                </a:solidFill>
                <a:latin typeface="Calibri"/>
                <a:ea typeface="+mn-lt"/>
                <a:cs typeface="+mn-lt"/>
              </a:rPr>
              <a:t> launches</a:t>
            </a:r>
            <a:endParaRPr lang="en-US" sz="2000">
              <a:latin typeface="Calibri"/>
              <a:ea typeface="+mn-lt"/>
              <a:cs typeface="+mn-lt"/>
            </a:endParaRPr>
          </a:p>
          <a:p>
            <a:pPr algn="ctr"/>
            <a:endParaRPr lang="en-US"/>
          </a:p>
        </p:txBody>
      </p:sp>
    </p:spTree>
    <p:extLst>
      <p:ext uri="{BB962C8B-B14F-4D97-AF65-F5344CB8AC3E}">
        <p14:creationId xmlns:p14="http://schemas.microsoft.com/office/powerpoint/2010/main" val="35301983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0F03D6-CA17-B9F9-63BC-BB100E26F999}"/>
              </a:ext>
            </a:extLst>
          </p:cNvPr>
          <p:cNvSpPr>
            <a:spLocks noGrp="1"/>
          </p:cNvSpPr>
          <p:nvPr>
            <p:ph type="ctrTitle"/>
          </p:nvPr>
        </p:nvSpPr>
        <p:spPr>
          <a:xfrm>
            <a:off x="457197" y="3507830"/>
            <a:ext cx="7772400" cy="2944368"/>
          </a:xfrm>
        </p:spPr>
        <p:txBody>
          <a:bodyPr anchor="b">
            <a:normAutofit/>
          </a:bodyPr>
          <a:lstStyle/>
          <a:p>
            <a:r>
              <a:rPr lang="en-US"/>
              <a:t>Model Development</a:t>
            </a:r>
          </a:p>
        </p:txBody>
      </p:sp>
    </p:spTree>
    <p:extLst>
      <p:ext uri="{BB962C8B-B14F-4D97-AF65-F5344CB8AC3E}">
        <p14:creationId xmlns:p14="http://schemas.microsoft.com/office/powerpoint/2010/main" val="361748274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455844-6458-0A1F-35D8-46C2D3028C65}"/>
              </a:ext>
            </a:extLst>
          </p:cNvPr>
          <p:cNvSpPr>
            <a:spLocks noGrp="1"/>
          </p:cNvSpPr>
          <p:nvPr>
            <p:ph type="title"/>
          </p:nvPr>
        </p:nvSpPr>
        <p:spPr>
          <a:xfrm>
            <a:off x="457199" y="457200"/>
            <a:ext cx="4482573" cy="1453896"/>
          </a:xfrm>
        </p:spPr>
        <p:txBody>
          <a:bodyPr anchor="t">
            <a:normAutofit/>
          </a:bodyPr>
          <a:lstStyle/>
          <a:p>
            <a:r>
              <a:rPr lang="en-US"/>
              <a:t>Algorithm Selection and Performance</a:t>
            </a:r>
          </a:p>
        </p:txBody>
      </p:sp>
      <p:pic>
        <p:nvPicPr>
          <p:cNvPr id="5" name="Content Placeholder 4" descr="Shot of a businessman looking thoughtfully at a graph against a white background">
            <a:extLst>
              <a:ext uri="{FF2B5EF4-FFF2-40B4-BE49-F238E27FC236}">
                <a16:creationId xmlns:a16="http://schemas.microsoft.com/office/drawing/2014/main" id="{6221414D-5660-4ECC-8061-2AB9D0229DC0}"/>
              </a:ext>
            </a:extLst>
          </p:cNvPr>
          <p:cNvPicPr>
            <a:picLocks noGrp="1" noChangeAspect="1"/>
          </p:cNvPicPr>
          <p:nvPr>
            <p:ph type="pic" sz="quarter" idx="13"/>
          </p:nvPr>
        </p:nvPicPr>
        <p:blipFill>
          <a:blip r:embed="rId3"/>
          <a:srcRect r="29117" b="3"/>
          <a:stretch>
            <a:fillRect/>
          </a:stretch>
        </p:blipFill>
        <p:spPr>
          <a:xfrm>
            <a:off x="559502" y="2175642"/>
            <a:ext cx="4380271" cy="4124756"/>
          </a:xfrm>
          <a:prstGeom prst="rect">
            <a:avLst/>
          </a:prstGeom>
          <a:noFill/>
        </p:spPr>
      </p:pic>
      <p:sp>
        <p:nvSpPr>
          <p:cNvPr id="4" name="Content Placeholder 3">
            <a:extLst>
              <a:ext uri="{FF2B5EF4-FFF2-40B4-BE49-F238E27FC236}">
                <a16:creationId xmlns:a16="http://schemas.microsoft.com/office/drawing/2014/main" id="{1C714911-9F23-D5B4-28C3-D2581BB69A78}"/>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096000" y="457201"/>
            <a:ext cx="5585925" cy="5875338"/>
          </a:xfrm>
        </p:spPr>
        <p:txBody>
          <a:bodyPr vert="horz" lIns="91440" tIns="45720" rIns="91440" bIns="45720" rtlCol="0" anchor="t">
            <a:normAutofit/>
          </a:bodyPr>
          <a:lstStyle/>
          <a:p>
            <a:pPr marL="0" indent="0">
              <a:spcBef>
                <a:spcPts val="2500"/>
              </a:spcBef>
              <a:buFont typeface="Arial" panose="020B0604020202020204" pitchFamily="34" charset="0"/>
              <a:buNone/>
            </a:pPr>
            <a:r>
              <a:rPr lang="en-US" b="1" dirty="0"/>
              <a:t>Algorithm Testing</a:t>
            </a:r>
          </a:p>
          <a:p>
            <a:pPr marL="0" lvl="1" indent="0">
              <a:buNone/>
            </a:pPr>
            <a:r>
              <a:rPr dirty="0"/>
              <a:t>Several algorithms including Logistic</a:t>
            </a:r>
            <a:r>
              <a:rPr lang="en-US" dirty="0"/>
              <a:t> Regression, </a:t>
            </a:r>
            <a:r>
              <a:rPr dirty="0"/>
              <a:t>SVC</a:t>
            </a:r>
            <a:r>
              <a:rPr lang="en-US" dirty="0"/>
              <a:t>, </a:t>
            </a:r>
            <a:r>
              <a:rPr lang="en-US" dirty="0" err="1"/>
              <a:t>DecisionTreeClassifier</a:t>
            </a:r>
            <a:r>
              <a:rPr lang="en-US" dirty="0"/>
              <a:t> AND </a:t>
            </a:r>
            <a:r>
              <a:rPr lang="en-US" dirty="0" err="1"/>
              <a:t>KNeighborsClassifier</a:t>
            </a:r>
            <a:r>
              <a:rPr lang="en-US" dirty="0"/>
              <a:t> </a:t>
            </a:r>
            <a:r>
              <a:rPr dirty="0"/>
              <a:t>were evaluated for model development and classification performance.</a:t>
            </a:r>
            <a:endParaRPr lang="en-US" dirty="0"/>
          </a:p>
          <a:p>
            <a:pPr marL="0" indent="0">
              <a:spcBef>
                <a:spcPts val="2500"/>
              </a:spcBef>
              <a:buFont typeface="Arial" panose="020B0604020202020204" pitchFamily="34" charset="0"/>
              <a:buNone/>
            </a:pPr>
            <a:r>
              <a:rPr lang="en-US" b="1" dirty="0"/>
              <a:t>Logistic Regression Selection</a:t>
            </a:r>
          </a:p>
          <a:p>
            <a:pPr marL="0" lvl="1" indent="0">
              <a:buFont typeface="Arial" panose="020B0604020202020204" pitchFamily="34" charset="0"/>
              <a:buNone/>
            </a:pPr>
            <a:r>
              <a:rPr dirty="0"/>
              <a:t>Logistic Regression was selected for its high accuracy, interpretability, and strong predictive capability.</a:t>
            </a:r>
            <a:endParaRPr lang="en-US" dirty="0"/>
          </a:p>
          <a:p>
            <a:pPr marL="0" indent="0">
              <a:spcBef>
                <a:spcPts val="2500"/>
              </a:spcBef>
              <a:buFont typeface="Arial" panose="020B0604020202020204" pitchFamily="34" charset="0"/>
              <a:buNone/>
            </a:pPr>
            <a:r>
              <a:rPr lang="en-US" b="1" dirty="0"/>
              <a:t>Hyperparameter Tuning</a:t>
            </a:r>
          </a:p>
          <a:p>
            <a:pPr marL="0" lvl="1" indent="0">
              <a:buFont typeface="Arial" panose="020B0604020202020204" pitchFamily="34" charset="0"/>
              <a:buNone/>
            </a:pPr>
            <a:r>
              <a:rPr dirty="0" err="1"/>
              <a:t>GridSearchCV</a:t>
            </a:r>
            <a:r>
              <a:rPr dirty="0"/>
              <a:t> optimized parameters such as C, penalty, and solver to improve model performance.</a:t>
            </a:r>
            <a:endParaRPr lang="en-US" dirty="0"/>
          </a:p>
          <a:p>
            <a:pPr marL="0" indent="0">
              <a:spcBef>
                <a:spcPts val="2500"/>
              </a:spcBef>
              <a:buFont typeface="Arial" panose="020B0604020202020204" pitchFamily="34" charset="0"/>
              <a:buNone/>
            </a:pPr>
            <a:r>
              <a:rPr lang="en-US" b="1" dirty="0"/>
              <a:t>Model Validation and Deployment</a:t>
            </a:r>
          </a:p>
          <a:p>
            <a:pPr marL="0" lvl="1" indent="0">
              <a:buFont typeface="Arial" panose="020B0604020202020204" pitchFamily="34" charset="0"/>
              <a:buNone/>
            </a:pPr>
            <a:r>
              <a:rPr dirty="0"/>
              <a:t>The tuned model achieved an R² score of 0.94 through cross-validation, ideal for real-time applications.</a:t>
            </a:r>
            <a:endParaRPr lang="en-US" dirty="0"/>
          </a:p>
        </p:txBody>
      </p:sp>
    </p:spTree>
    <p:extLst>
      <p:ext uri="{BB962C8B-B14F-4D97-AF65-F5344CB8AC3E}">
        <p14:creationId xmlns:p14="http://schemas.microsoft.com/office/powerpoint/2010/main" val="372392562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FC27AE-D907-EA0A-A85F-4399E96A7288}"/>
              </a:ext>
            </a:extLst>
          </p:cNvPr>
          <p:cNvSpPr>
            <a:spLocks noGrp="1"/>
          </p:cNvSpPr>
          <p:nvPr>
            <p:ph type="ctrTitle"/>
          </p:nvPr>
        </p:nvSpPr>
        <p:spPr>
          <a:xfrm>
            <a:off x="457197" y="3507830"/>
            <a:ext cx="7772400" cy="2944368"/>
          </a:xfrm>
        </p:spPr>
        <p:txBody>
          <a:bodyPr anchor="b">
            <a:normAutofit/>
          </a:bodyPr>
          <a:lstStyle/>
          <a:p>
            <a:r>
              <a:rPr lang="en-US"/>
              <a:t>Model Comparison</a:t>
            </a:r>
          </a:p>
        </p:txBody>
      </p:sp>
    </p:spTree>
    <p:extLst>
      <p:ext uri="{BB962C8B-B14F-4D97-AF65-F5344CB8AC3E}">
        <p14:creationId xmlns:p14="http://schemas.microsoft.com/office/powerpoint/2010/main" val="52485175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8DF4B1-A346-FB40-F460-C6C7C045C7BC}"/>
              </a:ext>
            </a:extLst>
          </p:cNvPr>
          <p:cNvSpPr>
            <a:spLocks noGrp="1"/>
          </p:cNvSpPr>
          <p:nvPr>
            <p:ph type="title"/>
          </p:nvPr>
        </p:nvSpPr>
        <p:spPr>
          <a:xfrm>
            <a:off x="457200" y="457201"/>
            <a:ext cx="10809026" cy="971006"/>
          </a:xfrm>
        </p:spPr>
        <p:txBody>
          <a:bodyPr anchor="b">
            <a:normAutofit/>
          </a:bodyPr>
          <a:lstStyle/>
          <a:p>
            <a:r>
              <a:rPr lang="en-US"/>
              <a:t>Evaluation of Tested Models</a:t>
            </a:r>
          </a:p>
        </p:txBody>
      </p:sp>
      <p:graphicFrame>
        <p:nvGraphicFramePr>
          <p:cNvPr id="5" name="Content Placeholder 4">
            <a:extLst>
              <a:ext uri="{FF2B5EF4-FFF2-40B4-BE49-F238E27FC236}">
                <a16:creationId xmlns:a16="http://schemas.microsoft.com/office/drawing/2014/main" id="{3427F73A-3E38-4B11-885C-DBD86B3F8EB0}"/>
              </a:ext>
            </a:extLst>
          </p:cNvPr>
          <p:cNvGraphicFramePr>
            <a:graphicFrameLocks noGrp="1"/>
          </p:cNvGraphicFramePr>
          <p:nvPr>
            <p:ph idx="1"/>
            <p:extLst>
              <p:ext uri="{D42A27DB-BD31-4B8C-83A1-F6EECF244321}">
                <p14:modId xmlns:p14="http://schemas.microsoft.com/office/powerpoint/2010/main" val="4157385919"/>
              </p:ext>
            </p:extLst>
          </p:nvPr>
        </p:nvGraphicFramePr>
        <p:xfrm>
          <a:off x="746623" y="1595301"/>
          <a:ext cx="10230182" cy="4714060"/>
        </p:xfrm>
        <a:graphic>
          <a:graphicData uri="http://schemas.openxmlformats.org/drawingml/2006/table">
            <a:tbl>
              <a:tblPr firstRow="1" bandRow="1">
                <a:noFill/>
                <a:tableStyleId>{5C22544A-7EE6-4342-B048-85BDC9FD1C3A}</a:tableStyleId>
              </a:tblPr>
              <a:tblGrid>
                <a:gridCol w="5444769">
                  <a:extLst>
                    <a:ext uri="{9D8B030D-6E8A-4147-A177-3AD203B41FA5}">
                      <a16:colId xmlns:a16="http://schemas.microsoft.com/office/drawing/2014/main" val="1012741750"/>
                    </a:ext>
                  </a:extLst>
                </a:gridCol>
                <a:gridCol w="4785413">
                  <a:extLst>
                    <a:ext uri="{9D8B030D-6E8A-4147-A177-3AD203B41FA5}">
                      <a16:colId xmlns:a16="http://schemas.microsoft.com/office/drawing/2014/main" val="659408436"/>
                    </a:ext>
                  </a:extLst>
                </a:gridCol>
              </a:tblGrid>
              <a:tr h="1009364">
                <a:tc>
                  <a:txBody>
                    <a:bodyPr/>
                    <a:lstStyle/>
                    <a:p>
                      <a:pPr>
                        <a:buNone/>
                      </a:pPr>
                      <a:r>
                        <a:rPr lang="en-US" sz="2900" b="1" cap="all" spc="150" dirty="0">
                          <a:solidFill>
                            <a:schemeClr val="tx1"/>
                          </a:solidFill>
                        </a:rPr>
                        <a:t>Model</a:t>
                      </a:r>
                    </a:p>
                  </a:txBody>
                  <a:tcPr marL="249568" marR="249568" marT="249568" marB="249568" anchor="ctr">
                    <a:lnL w="12700" cmpd="sng">
                      <a:noFill/>
                    </a:lnL>
                    <a:lnR w="12700" cmpd="sng">
                      <a:noFill/>
                    </a:lnR>
                    <a:lnT w="6350" cap="flat" cmpd="sng" algn="ctr">
                      <a:noFill/>
                      <a:prstDash val="solid"/>
                    </a:lnT>
                    <a:lnB w="19050" cap="flat" cmpd="sng" algn="ctr">
                      <a:solidFill>
                        <a:schemeClr val="accent1"/>
                      </a:solidFill>
                      <a:prstDash val="solid"/>
                    </a:lnB>
                    <a:noFill/>
                  </a:tcPr>
                </a:tc>
                <a:tc>
                  <a:txBody>
                    <a:bodyPr/>
                    <a:lstStyle/>
                    <a:p>
                      <a:pPr>
                        <a:buNone/>
                      </a:pPr>
                      <a:r>
                        <a:rPr lang="en-US" sz="2900" b="1" cap="all" spc="150" dirty="0">
                          <a:solidFill>
                            <a:schemeClr val="tx1"/>
                          </a:solidFill>
                        </a:rPr>
                        <a:t>Accuracy</a:t>
                      </a:r>
                    </a:p>
                  </a:txBody>
                  <a:tcPr marL="249568" marR="249568" marT="249568" marB="249568" anchor="ctr">
                    <a:lnL w="12700" cmpd="sng">
                      <a:noFill/>
                    </a:lnL>
                    <a:lnR w="12700" cmpd="sng">
                      <a:noFill/>
                    </a:lnR>
                    <a:lnT w="6350" cap="flat" cmpd="sng" algn="ctr">
                      <a:noFill/>
                      <a:prstDash val="solid"/>
                    </a:lnT>
                    <a:lnB w="19050" cap="flat" cmpd="sng" algn="ctr">
                      <a:solidFill>
                        <a:schemeClr val="accent1"/>
                      </a:solidFill>
                      <a:prstDash val="solid"/>
                    </a:lnB>
                    <a:noFill/>
                  </a:tcPr>
                </a:tc>
                <a:extLst>
                  <a:ext uri="{0D108BD9-81ED-4DB2-BD59-A6C34878D82A}">
                    <a16:rowId xmlns:a16="http://schemas.microsoft.com/office/drawing/2014/main" val="2463230157"/>
                  </a:ext>
                </a:extLst>
              </a:tr>
              <a:tr h="926174">
                <a:tc>
                  <a:txBody>
                    <a:bodyPr/>
                    <a:lstStyle/>
                    <a:p>
                      <a:pPr>
                        <a:buNone/>
                      </a:pPr>
                      <a:r>
                        <a:rPr lang="en-US" sz="2400" b="1" cap="none" spc="0" dirty="0">
                          <a:solidFill>
                            <a:schemeClr val="tx1"/>
                          </a:solidFill>
                        </a:rPr>
                        <a:t>Logistic Regression</a:t>
                      </a:r>
                    </a:p>
                  </a:txBody>
                  <a:tcPr marL="249568" marR="249568" marT="249568" marB="249568" anchor="ctr">
                    <a:lnL w="12700" cmpd="sng">
                      <a:noFill/>
                      <a:prstDash val="solid"/>
                    </a:lnL>
                    <a:lnR w="12700" cmpd="sng">
                      <a:noFill/>
                      <a:prstDash val="solid"/>
                    </a:lnR>
                    <a:lnT w="19050" cap="flat" cmpd="sng" algn="ctr">
                      <a:solidFill>
                        <a:schemeClr val="accent1"/>
                      </a:solidFill>
                      <a:prstDash val="solid"/>
                    </a:lnT>
                    <a:lnB w="6350" cap="flat" cmpd="sng" algn="ctr">
                      <a:solidFill>
                        <a:schemeClr val="tx1"/>
                      </a:solidFill>
                      <a:prstDash val="solid"/>
                    </a:lnB>
                    <a:noFill/>
                  </a:tcPr>
                </a:tc>
                <a:tc>
                  <a:txBody>
                    <a:bodyPr/>
                    <a:lstStyle/>
                    <a:p>
                      <a:pPr>
                        <a:buNone/>
                      </a:pPr>
                      <a:r>
                        <a:rPr lang="en-US" sz="2400" cap="none" spc="0" dirty="0">
                          <a:solidFill>
                            <a:schemeClr val="tx1"/>
                          </a:solidFill>
                        </a:rPr>
                        <a:t>94%</a:t>
                      </a:r>
                    </a:p>
                  </a:txBody>
                  <a:tcPr marL="249568" marR="249568" marT="249568" marB="249568" anchor="ctr">
                    <a:lnL w="12700" cmpd="sng">
                      <a:noFill/>
                      <a:prstDash val="solid"/>
                    </a:lnL>
                    <a:lnR w="12700" cmpd="sng">
                      <a:noFill/>
                      <a:prstDash val="solid"/>
                    </a:lnR>
                    <a:lnT w="19050" cap="flat" cmpd="sng" algn="ctr">
                      <a:solidFill>
                        <a:schemeClr val="accent1"/>
                      </a:solidFill>
                      <a:prstDash val="solid"/>
                    </a:lnT>
                    <a:lnB w="6350" cap="flat" cmpd="sng" algn="ctr">
                      <a:solidFill>
                        <a:schemeClr val="tx1"/>
                      </a:solidFill>
                      <a:prstDash val="solid"/>
                    </a:lnB>
                    <a:noFill/>
                  </a:tcPr>
                </a:tc>
                <a:extLst>
                  <a:ext uri="{0D108BD9-81ED-4DB2-BD59-A6C34878D82A}">
                    <a16:rowId xmlns:a16="http://schemas.microsoft.com/office/drawing/2014/main" val="693297633"/>
                  </a:ext>
                </a:extLst>
              </a:tr>
              <a:tr h="926174">
                <a:tc>
                  <a:txBody>
                    <a:bodyPr/>
                    <a:lstStyle/>
                    <a:p>
                      <a:pPr>
                        <a:buNone/>
                      </a:pPr>
                      <a:r>
                        <a:rPr lang="en-US" sz="2400" b="1" cap="none" spc="0" dirty="0">
                          <a:solidFill>
                            <a:schemeClr val="tx1"/>
                          </a:solidFill>
                        </a:rPr>
                        <a:t>SVC</a:t>
                      </a:r>
                    </a:p>
                  </a:txBody>
                  <a:tcPr marL="249568" marR="249568" marT="249568" marB="249568"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2400" cap="none" spc="0" dirty="0">
                          <a:solidFill>
                            <a:schemeClr val="tx1"/>
                          </a:solidFill>
                        </a:rPr>
                        <a:t>88%</a:t>
                      </a:r>
                    </a:p>
                  </a:txBody>
                  <a:tcPr marL="249568" marR="249568" marT="249568" marB="249568"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extLst>
                  <a:ext uri="{0D108BD9-81ED-4DB2-BD59-A6C34878D82A}">
                    <a16:rowId xmlns:a16="http://schemas.microsoft.com/office/drawing/2014/main" val="2750770400"/>
                  </a:ext>
                </a:extLst>
              </a:tr>
              <a:tr h="926174">
                <a:tc>
                  <a:txBody>
                    <a:bodyPr/>
                    <a:lstStyle/>
                    <a:p>
                      <a:pPr>
                        <a:buNone/>
                      </a:pPr>
                      <a:r>
                        <a:rPr lang="en-US" sz="2400" b="1" cap="none" spc="0" dirty="0">
                          <a:solidFill>
                            <a:schemeClr val="tx1"/>
                          </a:solidFill>
                        </a:rPr>
                        <a:t>Decision Tree</a:t>
                      </a:r>
                    </a:p>
                  </a:txBody>
                  <a:tcPr marL="249568" marR="249568" marT="249568" marB="249568"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2400" cap="none" spc="0" dirty="0">
                          <a:solidFill>
                            <a:schemeClr val="tx1"/>
                          </a:solidFill>
                        </a:rPr>
                        <a:t>88%</a:t>
                      </a:r>
                    </a:p>
                  </a:txBody>
                  <a:tcPr marL="249568" marR="249568" marT="249568" marB="249568"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extLst>
                  <a:ext uri="{0D108BD9-81ED-4DB2-BD59-A6C34878D82A}">
                    <a16:rowId xmlns:a16="http://schemas.microsoft.com/office/drawing/2014/main" val="2581454863"/>
                  </a:ext>
                </a:extLst>
              </a:tr>
              <a:tr h="926174">
                <a:tc>
                  <a:txBody>
                    <a:bodyPr/>
                    <a:lstStyle/>
                    <a:p>
                      <a:pPr>
                        <a:buNone/>
                      </a:pPr>
                      <a:r>
                        <a:rPr lang="en-US" sz="2400" b="1" cap="none" spc="0" dirty="0">
                          <a:solidFill>
                            <a:schemeClr val="tx1"/>
                          </a:solidFill>
                        </a:rPr>
                        <a:t>KNN</a:t>
                      </a:r>
                    </a:p>
                  </a:txBody>
                  <a:tcPr marL="249568" marR="249568" marT="249568" marB="249568" anchor="ctr">
                    <a:lnL w="12700" cmpd="sng">
                      <a:noFill/>
                      <a:prstDash val="solid"/>
                    </a:lnL>
                    <a:lnR w="12700" cmpd="sng">
                      <a:noFill/>
                      <a:prstDash val="solid"/>
                    </a:lnR>
                    <a:lnT w="6350" cap="flat" cmpd="sng" algn="ctr">
                      <a:solidFill>
                        <a:schemeClr val="tx1"/>
                      </a:solidFill>
                      <a:prstDash val="solid"/>
                    </a:lnT>
                    <a:lnB w="19050" cap="flat" cmpd="sng" algn="ctr">
                      <a:solidFill>
                        <a:schemeClr val="accent1"/>
                      </a:solidFill>
                      <a:prstDash val="solid"/>
                    </a:lnB>
                    <a:noFill/>
                  </a:tcPr>
                </a:tc>
                <a:tc>
                  <a:txBody>
                    <a:bodyPr/>
                    <a:lstStyle/>
                    <a:p>
                      <a:pPr>
                        <a:buNone/>
                      </a:pPr>
                      <a:r>
                        <a:rPr lang="en-US" sz="2400" b="0" cap="none" spc="0" dirty="0">
                          <a:solidFill>
                            <a:schemeClr val="tx1"/>
                          </a:solidFill>
                        </a:rPr>
                        <a:t>93%</a:t>
                      </a:r>
                    </a:p>
                  </a:txBody>
                  <a:tcPr marL="249568" marR="249568" marT="249568" marB="249568" anchor="ctr">
                    <a:lnL w="12700" cmpd="sng">
                      <a:noFill/>
                      <a:prstDash val="solid"/>
                    </a:lnL>
                    <a:lnR w="12700" cmpd="sng">
                      <a:noFill/>
                      <a:prstDash val="solid"/>
                    </a:lnR>
                    <a:lnT w="6350" cap="flat" cmpd="sng" algn="ctr">
                      <a:solidFill>
                        <a:schemeClr val="tx1"/>
                      </a:solidFill>
                      <a:prstDash val="solid"/>
                    </a:lnT>
                    <a:lnB w="19050" cap="flat" cmpd="sng" algn="ctr">
                      <a:solidFill>
                        <a:schemeClr val="accent1"/>
                      </a:solidFill>
                      <a:prstDash val="solid"/>
                    </a:lnB>
                    <a:noFill/>
                  </a:tcPr>
                </a:tc>
                <a:extLst>
                  <a:ext uri="{0D108BD9-81ED-4DB2-BD59-A6C34878D82A}">
                    <a16:rowId xmlns:a16="http://schemas.microsoft.com/office/drawing/2014/main" val="2344989417"/>
                  </a:ext>
                </a:extLst>
              </a:tr>
            </a:tbl>
          </a:graphicData>
        </a:graphic>
      </p:graphicFrame>
    </p:spTree>
    <p:extLst>
      <p:ext uri="{BB962C8B-B14F-4D97-AF65-F5344CB8AC3E}">
        <p14:creationId xmlns:p14="http://schemas.microsoft.com/office/powerpoint/2010/main" val="1434183983"/>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CC9F88-13A4-B8DC-E828-51627C01F0C1}"/>
              </a:ext>
            </a:extLst>
          </p:cNvPr>
          <p:cNvSpPr>
            <a:spLocks noGrp="1"/>
          </p:cNvSpPr>
          <p:nvPr>
            <p:ph type="ctrTitle"/>
          </p:nvPr>
        </p:nvSpPr>
        <p:spPr>
          <a:xfrm>
            <a:off x="457197" y="3507830"/>
            <a:ext cx="7772400" cy="2944368"/>
          </a:xfrm>
        </p:spPr>
        <p:txBody>
          <a:bodyPr anchor="b">
            <a:normAutofit/>
          </a:bodyPr>
          <a:lstStyle/>
          <a:p>
            <a:r>
              <a:rPr lang="en-US"/>
              <a:t>Deployment</a:t>
            </a:r>
          </a:p>
        </p:txBody>
      </p:sp>
    </p:spTree>
    <p:extLst>
      <p:ext uri="{BB962C8B-B14F-4D97-AF65-F5344CB8AC3E}">
        <p14:creationId xmlns:p14="http://schemas.microsoft.com/office/powerpoint/2010/main" val="321077348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3A11DB-F5EE-C46E-4B89-BF35155DE8A2}"/>
              </a:ext>
            </a:extLst>
          </p:cNvPr>
          <p:cNvSpPr>
            <a:spLocks noGrp="1"/>
          </p:cNvSpPr>
          <p:nvPr>
            <p:ph type="title"/>
          </p:nvPr>
        </p:nvSpPr>
        <p:spPr>
          <a:xfrm>
            <a:off x="457200" y="457200"/>
            <a:ext cx="4380272" cy="1453896"/>
          </a:xfrm>
        </p:spPr>
        <p:txBody>
          <a:bodyPr anchor="t">
            <a:normAutofit/>
          </a:bodyPr>
          <a:lstStyle/>
          <a:p>
            <a:r>
              <a:rPr lang="en-US"/>
              <a:t>Interactive Application and Hosting</a:t>
            </a:r>
          </a:p>
        </p:txBody>
      </p:sp>
      <p:pic>
        <p:nvPicPr>
          <p:cNvPr id="5" name="Content Placeholder 4" descr="Cloud computing digital concept">
            <a:extLst>
              <a:ext uri="{FF2B5EF4-FFF2-40B4-BE49-F238E27FC236}">
                <a16:creationId xmlns:a16="http://schemas.microsoft.com/office/drawing/2014/main" id="{45B0BCFE-F85A-434E-A337-B14494B15529}"/>
              </a:ext>
            </a:extLst>
          </p:cNvPr>
          <p:cNvPicPr>
            <a:picLocks noGrp="1" noChangeAspect="1"/>
          </p:cNvPicPr>
          <p:nvPr>
            <p:ph type="pic" sz="quarter" idx="13"/>
          </p:nvPr>
        </p:nvPicPr>
        <p:blipFill>
          <a:blip r:embed="rId3"/>
          <a:srcRect l="29582" r="3332" b="-2"/>
          <a:stretch>
            <a:fillRect/>
          </a:stretch>
        </p:blipFill>
        <p:spPr>
          <a:xfrm>
            <a:off x="20" y="2175642"/>
            <a:ext cx="5584186" cy="4682358"/>
          </a:xfrm>
          <a:prstGeom prst="rect">
            <a:avLst/>
          </a:prstGeom>
          <a:noFill/>
        </p:spPr>
      </p:pic>
      <p:sp>
        <p:nvSpPr>
          <p:cNvPr id="4" name="Content Placeholder 3">
            <a:extLst>
              <a:ext uri="{FF2B5EF4-FFF2-40B4-BE49-F238E27FC236}">
                <a16:creationId xmlns:a16="http://schemas.microsoft.com/office/drawing/2014/main" id="{05C4E125-0AE1-E3EC-B24D-B798333E4CCC}"/>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096000" y="457201"/>
            <a:ext cx="5585925" cy="5875338"/>
          </a:xfrm>
        </p:spPr>
        <p:txBody>
          <a:bodyPr>
            <a:normAutofit/>
          </a:bodyPr>
          <a:lstStyle/>
          <a:p>
            <a:pPr marL="0" indent="0">
              <a:spcBef>
                <a:spcPts val="2500"/>
              </a:spcBef>
              <a:buFont typeface="Arial" panose="020B0604020202020204" pitchFamily="34" charset="0"/>
              <a:buNone/>
            </a:pPr>
            <a:r>
              <a:rPr lang="en-US" b="1"/>
              <a:t>Interactive Web Application</a:t>
            </a:r>
          </a:p>
          <a:p>
            <a:pPr marL="0" lvl="1" indent="0">
              <a:buFont typeface="Arial" panose="020B0604020202020204" pitchFamily="34" charset="0"/>
              <a:buNone/>
            </a:pPr>
            <a:r>
              <a:t>Streamlit was used to build an interactive app offering real-time mission prediction based on input parameters.</a:t>
            </a:r>
            <a:endParaRPr lang="en-US"/>
          </a:p>
          <a:p>
            <a:pPr marL="0" indent="0">
              <a:spcBef>
                <a:spcPts val="2500"/>
              </a:spcBef>
              <a:buFont typeface="Arial" panose="020B0604020202020204" pitchFamily="34" charset="0"/>
              <a:buNone/>
            </a:pPr>
            <a:r>
              <a:rPr lang="en-US" b="1"/>
              <a:t>Model Serialization and Storage</a:t>
            </a:r>
          </a:p>
          <a:p>
            <a:pPr marL="0" lvl="1" indent="0">
              <a:buFont typeface="Arial" panose="020B0604020202020204" pitchFamily="34" charset="0"/>
              <a:buNone/>
            </a:pPr>
            <a:r>
              <a:t>The predictive model was serialized with joblib into a .pkl file for efficient loading and use within the app.</a:t>
            </a:r>
            <a:endParaRPr lang="en-US"/>
          </a:p>
          <a:p>
            <a:pPr marL="0" indent="0">
              <a:spcBef>
                <a:spcPts val="2500"/>
              </a:spcBef>
              <a:buFont typeface="Arial" panose="020B0604020202020204" pitchFamily="34" charset="0"/>
              <a:buNone/>
            </a:pPr>
            <a:r>
              <a:rPr lang="en-US" b="1"/>
              <a:t>Code Management and Collaboration</a:t>
            </a:r>
          </a:p>
          <a:p>
            <a:pPr marL="0" lvl="1" indent="0">
              <a:buFont typeface="Arial" panose="020B0604020202020204" pitchFamily="34" charset="0"/>
              <a:buNone/>
            </a:pPr>
            <a:r>
              <a:t>Application code was managed in GitHub to ensure version control and facilitate team collaboration.</a:t>
            </a:r>
            <a:endParaRPr lang="en-US"/>
          </a:p>
          <a:p>
            <a:pPr marL="0" indent="0">
              <a:spcBef>
                <a:spcPts val="2500"/>
              </a:spcBef>
              <a:buFont typeface="Arial" panose="020B0604020202020204" pitchFamily="34" charset="0"/>
              <a:buNone/>
            </a:pPr>
            <a:r>
              <a:rPr lang="en-US" b="1"/>
              <a:t>Cloud Hosting Deployment</a:t>
            </a:r>
          </a:p>
          <a:p>
            <a:pPr marL="0" lvl="1" indent="0">
              <a:buFont typeface="Arial" panose="020B0604020202020204" pitchFamily="34" charset="0"/>
              <a:buNone/>
            </a:pPr>
            <a:r>
              <a:t>Streamlit Cloud hosted the app, providing easy access for stakeholders and seamless deployment.</a:t>
            </a:r>
            <a:endParaRPr lang="en-US"/>
          </a:p>
        </p:txBody>
      </p:sp>
    </p:spTree>
    <p:extLst>
      <p:ext uri="{BB962C8B-B14F-4D97-AF65-F5344CB8AC3E}">
        <p14:creationId xmlns:p14="http://schemas.microsoft.com/office/powerpoint/2010/main" val="72921331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183692-BFE7-2866-DA70-58ED5E6E31A7}"/>
              </a:ext>
            </a:extLst>
          </p:cNvPr>
          <p:cNvSpPr>
            <a:spLocks noGrp="1"/>
          </p:cNvSpPr>
          <p:nvPr>
            <p:ph type="ctrTitle"/>
          </p:nvPr>
        </p:nvSpPr>
        <p:spPr>
          <a:xfrm>
            <a:off x="457197" y="3507830"/>
            <a:ext cx="7772400" cy="2944368"/>
          </a:xfrm>
        </p:spPr>
        <p:txBody>
          <a:bodyPr anchor="b">
            <a:normAutofit/>
          </a:bodyPr>
          <a:lstStyle/>
          <a:p>
            <a:r>
              <a:rPr lang="en-US"/>
              <a:t>Key Findings</a:t>
            </a:r>
          </a:p>
        </p:txBody>
      </p:sp>
    </p:spTree>
    <p:extLst>
      <p:ext uri="{BB962C8B-B14F-4D97-AF65-F5344CB8AC3E}">
        <p14:creationId xmlns:p14="http://schemas.microsoft.com/office/powerpoint/2010/main" val="345235576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7C3EE6-D010-1A7E-CB61-AC91CAC5293B}"/>
              </a:ext>
            </a:extLst>
          </p:cNvPr>
          <p:cNvSpPr>
            <a:spLocks noGrp="1"/>
          </p:cNvSpPr>
          <p:nvPr>
            <p:ph type="title"/>
          </p:nvPr>
        </p:nvSpPr>
        <p:spPr>
          <a:xfrm>
            <a:off x="457199" y="457200"/>
            <a:ext cx="4482573" cy="1453896"/>
          </a:xfrm>
        </p:spPr>
        <p:txBody>
          <a:bodyPr anchor="t">
            <a:normAutofit/>
          </a:bodyPr>
          <a:lstStyle/>
          <a:p>
            <a:r>
              <a:rPr lang="en-US"/>
              <a:t>Insights Driving Strategic Decisions</a:t>
            </a:r>
          </a:p>
        </p:txBody>
      </p:sp>
      <p:pic>
        <p:nvPicPr>
          <p:cNvPr id="5" name="Content Placeholder 4" descr="Startup concept">
            <a:extLst>
              <a:ext uri="{FF2B5EF4-FFF2-40B4-BE49-F238E27FC236}">
                <a16:creationId xmlns:a16="http://schemas.microsoft.com/office/drawing/2014/main" id="{1CD232F4-E4DC-4F97-8E5B-B27354027941}"/>
              </a:ext>
            </a:extLst>
          </p:cNvPr>
          <p:cNvPicPr>
            <a:picLocks noGrp="1" noChangeAspect="1"/>
          </p:cNvPicPr>
          <p:nvPr>
            <p:ph type="pic" sz="quarter" idx="13"/>
          </p:nvPr>
        </p:nvPicPr>
        <p:blipFill>
          <a:blip r:embed="rId3"/>
          <a:srcRect l="13942" r="15441" b="3"/>
          <a:stretch>
            <a:fillRect/>
          </a:stretch>
        </p:blipFill>
        <p:spPr>
          <a:xfrm>
            <a:off x="559502" y="2175642"/>
            <a:ext cx="4380271" cy="4124756"/>
          </a:xfrm>
          <a:prstGeom prst="rect">
            <a:avLst/>
          </a:prstGeom>
          <a:noFill/>
        </p:spPr>
      </p:pic>
      <p:sp>
        <p:nvSpPr>
          <p:cNvPr id="4" name="Content Placeholder 3">
            <a:extLst>
              <a:ext uri="{FF2B5EF4-FFF2-40B4-BE49-F238E27FC236}">
                <a16:creationId xmlns:a16="http://schemas.microsoft.com/office/drawing/2014/main" id="{0D716F15-03C9-5192-49A2-55112B48127A}"/>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096000" y="457201"/>
            <a:ext cx="5585925" cy="5875338"/>
          </a:xfrm>
        </p:spPr>
        <p:txBody>
          <a:bodyPr>
            <a:normAutofit/>
          </a:bodyPr>
          <a:lstStyle/>
          <a:p>
            <a:pPr marL="0" indent="0">
              <a:spcBef>
                <a:spcPts val="2500"/>
              </a:spcBef>
              <a:buFont typeface="Arial" panose="020B0604020202020204" pitchFamily="34" charset="0"/>
              <a:buNone/>
            </a:pPr>
            <a:r>
              <a:rPr lang="en-US" b="1"/>
              <a:t>Key Factors for Landing Success</a:t>
            </a:r>
          </a:p>
          <a:p>
            <a:pPr marL="0" lvl="1" indent="0">
              <a:buFont typeface="Arial" panose="020B0604020202020204" pitchFamily="34" charset="0"/>
              <a:buNone/>
            </a:pPr>
            <a:r>
              <a:t>Orbit type and payload mass are critical factors influencing successful spacecraft landings.</a:t>
            </a:r>
            <a:endParaRPr lang="en-US"/>
          </a:p>
          <a:p>
            <a:pPr marL="0" indent="0">
              <a:spcBef>
                <a:spcPts val="2500"/>
              </a:spcBef>
              <a:buFont typeface="Arial" panose="020B0604020202020204" pitchFamily="34" charset="0"/>
              <a:buNone/>
            </a:pPr>
            <a:r>
              <a:rPr lang="en-US" b="1"/>
              <a:t>Predictive Model Performance</a:t>
            </a:r>
          </a:p>
          <a:p>
            <a:pPr marL="0" lvl="1" indent="0">
              <a:buFont typeface="Arial" panose="020B0604020202020204" pitchFamily="34" charset="0"/>
              <a:buNone/>
            </a:pPr>
            <a:r>
              <a:t>Logistic Regression shows strong predictive accuracy, suitable for operational use in mission planning.</a:t>
            </a:r>
            <a:endParaRPr lang="en-US"/>
          </a:p>
          <a:p>
            <a:pPr marL="0" indent="0">
              <a:spcBef>
                <a:spcPts val="2500"/>
              </a:spcBef>
              <a:buFont typeface="Arial" panose="020B0604020202020204" pitchFamily="34" charset="0"/>
              <a:buNone/>
            </a:pPr>
            <a:r>
              <a:rPr lang="en-US" b="1"/>
              <a:t>Institutional Partnerships</a:t>
            </a:r>
          </a:p>
          <a:p>
            <a:pPr marL="0" lvl="1" indent="0">
              <a:buFont typeface="Arial" panose="020B0604020202020204" pitchFamily="34" charset="0"/>
              <a:buNone/>
            </a:pPr>
            <a:r>
              <a:t>NASA’s role as a primary client highlights strategic partnerships that support frequent launches and revenue.</a:t>
            </a:r>
            <a:endParaRPr lang="en-US"/>
          </a:p>
          <a:p>
            <a:pPr marL="0" indent="0">
              <a:spcBef>
                <a:spcPts val="2500"/>
              </a:spcBef>
              <a:buFont typeface="Arial" panose="020B0604020202020204" pitchFamily="34" charset="0"/>
              <a:buNone/>
            </a:pPr>
            <a:r>
              <a:rPr lang="en-US" b="1"/>
              <a:t>Optimizing Mission Planning</a:t>
            </a:r>
          </a:p>
          <a:p>
            <a:pPr marL="0" lvl="1" indent="0">
              <a:buFont typeface="Arial" panose="020B0604020202020204" pitchFamily="34" charset="0"/>
              <a:buNone/>
            </a:pPr>
            <a:r>
              <a:t>Insights guide stakeholders to reduce costs and boost competitiveness in the evolving space industry.</a:t>
            </a:r>
            <a:endParaRPr lang="en-US"/>
          </a:p>
        </p:txBody>
      </p:sp>
    </p:spTree>
    <p:extLst>
      <p:ext uri="{BB962C8B-B14F-4D97-AF65-F5344CB8AC3E}">
        <p14:creationId xmlns:p14="http://schemas.microsoft.com/office/powerpoint/2010/main" val="261457586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28DB13-CE61-7ABD-9330-74413843CD9A}"/>
              </a:ext>
            </a:extLst>
          </p:cNvPr>
          <p:cNvSpPr>
            <a:spLocks noGrp="1"/>
          </p:cNvSpPr>
          <p:nvPr>
            <p:ph type="ctrTitle"/>
          </p:nvPr>
        </p:nvSpPr>
        <p:spPr>
          <a:xfrm>
            <a:off x="457197" y="3507830"/>
            <a:ext cx="7772400" cy="2944368"/>
          </a:xfrm>
        </p:spPr>
        <p:txBody>
          <a:bodyPr anchor="b">
            <a:normAutofit/>
          </a:bodyPr>
          <a:lstStyle/>
          <a:p>
            <a:r>
              <a:rPr lang="en-US"/>
              <a:t>Conclusion &amp; Future Scope</a:t>
            </a:r>
          </a:p>
        </p:txBody>
      </p:sp>
    </p:spTree>
    <p:extLst>
      <p:ext uri="{BB962C8B-B14F-4D97-AF65-F5344CB8AC3E}">
        <p14:creationId xmlns:p14="http://schemas.microsoft.com/office/powerpoint/2010/main" val="51931662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572B3E-65EF-D0F3-9B6C-130ED6A334DF}"/>
              </a:ext>
            </a:extLst>
          </p:cNvPr>
          <p:cNvSpPr>
            <a:spLocks noGrp="1"/>
          </p:cNvSpPr>
          <p:nvPr>
            <p:ph type="title"/>
          </p:nvPr>
        </p:nvSpPr>
        <p:spPr>
          <a:xfrm>
            <a:off x="7242526" y="457200"/>
            <a:ext cx="4437283" cy="1410020"/>
          </a:xfrm>
        </p:spPr>
        <p:txBody>
          <a:bodyPr anchor="b">
            <a:normAutofit/>
          </a:bodyPr>
          <a:lstStyle/>
          <a:p>
            <a:r>
              <a:rPr lang="en-US"/>
              <a:t>Summary and Next Steps</a:t>
            </a:r>
          </a:p>
        </p:txBody>
      </p:sp>
      <p:pic>
        <p:nvPicPr>
          <p:cNvPr id="5" name="Content Placeholder 4" descr="5 different rockets for illustration or charts.">
            <a:extLst>
              <a:ext uri="{FF2B5EF4-FFF2-40B4-BE49-F238E27FC236}">
                <a16:creationId xmlns:a16="http://schemas.microsoft.com/office/drawing/2014/main" id="{5DC5420C-CA99-4528-8227-C91CDB8911A2}"/>
              </a:ext>
            </a:extLst>
          </p:cNvPr>
          <p:cNvPicPr>
            <a:picLocks noGrp="1" noChangeAspect="1"/>
          </p:cNvPicPr>
          <p:nvPr>
            <p:ph type="pic" sz="quarter" idx="13"/>
          </p:nvPr>
        </p:nvPicPr>
        <p:blipFill>
          <a:blip r:embed="rId3"/>
          <a:srcRect l="27550" r="13648"/>
          <a:stretch>
            <a:fillRect/>
          </a:stretch>
        </p:blipFill>
        <p:spPr>
          <a:xfrm>
            <a:off x="20" y="10"/>
            <a:ext cx="6721048" cy="6857990"/>
          </a:xfrm>
          <a:prstGeom prst="rect">
            <a:avLst/>
          </a:prstGeom>
          <a:noFill/>
        </p:spPr>
      </p:pic>
      <p:sp>
        <p:nvSpPr>
          <p:cNvPr id="4" name="Content Placeholder 3">
            <a:extLst>
              <a:ext uri="{FF2B5EF4-FFF2-40B4-BE49-F238E27FC236}">
                <a16:creationId xmlns:a16="http://schemas.microsoft.com/office/drawing/2014/main" id="{B6FCB7E8-CBF4-F8D8-A327-6D5154C7CD38}"/>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242463" y="2034314"/>
            <a:ext cx="4437283" cy="4274411"/>
          </a:xfrm>
        </p:spPr>
        <p:txBody>
          <a:bodyPr>
            <a:normAutofit/>
          </a:bodyPr>
          <a:lstStyle/>
          <a:p>
            <a:pPr marL="0" indent="0">
              <a:spcBef>
                <a:spcPts val="2500"/>
              </a:spcBef>
              <a:buFont typeface="Arial" panose="020B0604020202020204" pitchFamily="34" charset="0"/>
              <a:buNone/>
            </a:pPr>
            <a:r>
              <a:rPr lang="en-US" b="1"/>
              <a:t>Project Achievement</a:t>
            </a:r>
          </a:p>
          <a:p>
            <a:pPr marL="0" lvl="1" indent="0">
              <a:buFont typeface="Arial" panose="020B0604020202020204" pitchFamily="34" charset="0"/>
              <a:buNone/>
            </a:pPr>
            <a:r>
              <a:t>Developed a predictive model with 0.94 R² score using Logistic Regression for Falcon 9 landing success.</a:t>
            </a:r>
            <a:endParaRPr lang="en-US"/>
          </a:p>
          <a:p>
            <a:pPr marL="0" indent="0">
              <a:spcBef>
                <a:spcPts val="2500"/>
              </a:spcBef>
              <a:buFont typeface="Arial" panose="020B0604020202020204" pitchFamily="34" charset="0"/>
              <a:buNone/>
            </a:pPr>
            <a:r>
              <a:rPr lang="en-US" b="1"/>
              <a:t>Strategic Impact</a:t>
            </a:r>
          </a:p>
          <a:p>
            <a:pPr marL="0" lvl="1" indent="0">
              <a:buFont typeface="Arial" panose="020B0604020202020204" pitchFamily="34" charset="0"/>
              <a:buNone/>
            </a:pPr>
            <a:r>
              <a:t>Model insights aid cost estimation and mission planning, enhancing the advantage of reusability in space missions.</a:t>
            </a:r>
            <a:endParaRPr lang="en-US"/>
          </a:p>
          <a:p>
            <a:pPr marL="0" indent="0">
              <a:spcBef>
                <a:spcPts val="2500"/>
              </a:spcBef>
              <a:buFont typeface="Arial" panose="020B0604020202020204" pitchFamily="34" charset="0"/>
              <a:buNone/>
            </a:pPr>
            <a:r>
              <a:rPr lang="en-US" b="1"/>
              <a:t>Future Enhancements</a:t>
            </a:r>
          </a:p>
          <a:p>
            <a:pPr marL="0" lvl="1" indent="0">
              <a:buFont typeface="Arial" panose="020B0604020202020204" pitchFamily="34" charset="0"/>
              <a:buNone/>
            </a:pPr>
            <a:r>
              <a:t>Plans include adding weather features, advanced algorithms, and real-time data for improved predictions.</a:t>
            </a:r>
            <a:endParaRPr lang="en-US"/>
          </a:p>
        </p:txBody>
      </p:sp>
    </p:spTree>
    <p:extLst>
      <p:ext uri="{BB962C8B-B14F-4D97-AF65-F5344CB8AC3E}">
        <p14:creationId xmlns:p14="http://schemas.microsoft.com/office/powerpoint/2010/main" val="316824229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C8ACC5-607B-F08A-261A-CF100740D937}"/>
              </a:ext>
            </a:extLst>
          </p:cNvPr>
          <p:cNvSpPr>
            <a:spLocks noGrp="1"/>
          </p:cNvSpPr>
          <p:nvPr>
            <p:ph type="ctrTitle"/>
          </p:nvPr>
        </p:nvSpPr>
        <p:spPr>
          <a:xfrm>
            <a:off x="457197" y="3507830"/>
            <a:ext cx="7772400" cy="2944368"/>
          </a:xfrm>
        </p:spPr>
        <p:txBody>
          <a:bodyPr anchor="b">
            <a:normAutofit/>
          </a:bodyPr>
          <a:lstStyle/>
          <a:p>
            <a:r>
              <a:rPr lang="en-US"/>
              <a:t>Appendix</a:t>
            </a:r>
          </a:p>
        </p:txBody>
      </p:sp>
    </p:spTree>
    <p:extLst>
      <p:ext uri="{BB962C8B-B14F-4D97-AF65-F5344CB8AC3E}">
        <p14:creationId xmlns:p14="http://schemas.microsoft.com/office/powerpoint/2010/main" val="339341281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94C270-3157-6E55-9B47-AE816E733B51}"/>
              </a:ext>
            </a:extLst>
          </p:cNvPr>
          <p:cNvSpPr>
            <a:spLocks noGrp="1"/>
          </p:cNvSpPr>
          <p:nvPr>
            <p:ph type="title"/>
          </p:nvPr>
        </p:nvSpPr>
        <p:spPr>
          <a:xfrm>
            <a:off x="4541264" y="320040"/>
            <a:ext cx="7062472" cy="1105348"/>
          </a:xfrm>
        </p:spPr>
        <p:txBody>
          <a:bodyPr anchor="b">
            <a:normAutofit/>
          </a:bodyPr>
          <a:lstStyle/>
          <a:p>
            <a:r>
              <a:rPr lang="en-US"/>
              <a:t>Technical Details and Tools</a:t>
            </a:r>
          </a:p>
        </p:txBody>
      </p:sp>
      <p:pic>
        <p:nvPicPr>
          <p:cNvPr id="5" name="Content Placeholder 4" descr="3d illustration">
            <a:extLst>
              <a:ext uri="{FF2B5EF4-FFF2-40B4-BE49-F238E27FC236}">
                <a16:creationId xmlns:a16="http://schemas.microsoft.com/office/drawing/2014/main" id="{623C19DE-942D-497B-8F73-58E3F060539E}"/>
              </a:ext>
            </a:extLst>
          </p:cNvPr>
          <p:cNvPicPr>
            <a:picLocks noGrp="1" noChangeAspect="1"/>
          </p:cNvPicPr>
          <p:nvPr>
            <p:ph type="pic" sz="quarter" idx="13"/>
          </p:nvPr>
        </p:nvPicPr>
        <p:blipFill>
          <a:blip r:embed="rId3"/>
          <a:srcRect l="13585" r="27799"/>
          <a:stretch>
            <a:fillRect/>
          </a:stretch>
        </p:blipFill>
        <p:spPr>
          <a:xfrm>
            <a:off x="20" y="1"/>
            <a:ext cx="4019910" cy="6858000"/>
          </a:xfrm>
          <a:prstGeom prst="rect">
            <a:avLst/>
          </a:prstGeom>
          <a:noFill/>
        </p:spPr>
      </p:pic>
      <p:sp>
        <p:nvSpPr>
          <p:cNvPr id="4" name="Content Placeholder 3">
            <a:extLst>
              <a:ext uri="{FF2B5EF4-FFF2-40B4-BE49-F238E27FC236}">
                <a16:creationId xmlns:a16="http://schemas.microsoft.com/office/drawing/2014/main" id="{C0B5CEBB-42EC-CFEF-71FA-BB458817182C}"/>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541264" y="1595300"/>
            <a:ext cx="7062472" cy="4768923"/>
          </a:xfrm>
        </p:spPr>
        <p:txBody>
          <a:bodyPr>
            <a:normAutofit/>
          </a:bodyPr>
          <a:lstStyle/>
          <a:p>
            <a:pPr marL="0" indent="0">
              <a:spcBef>
                <a:spcPts val="2500"/>
              </a:spcBef>
              <a:buFont typeface="Arial" panose="020B0604020202020204" pitchFamily="34" charset="0"/>
              <a:buNone/>
            </a:pPr>
            <a:r>
              <a:rPr lang="en-US" b="1"/>
              <a:t>Tech Stack Overview</a:t>
            </a:r>
          </a:p>
          <a:p>
            <a:pPr marL="0" lvl="1" indent="0">
              <a:buFont typeface="Arial" panose="020B0604020202020204" pitchFamily="34" charset="0"/>
              <a:buNone/>
            </a:pPr>
            <a:r>
              <a:t>The project used Python and key libraries like Pandas, NumPy, and BeautifulSoup for data processing and modeling.</a:t>
            </a:r>
            <a:endParaRPr lang="en-US"/>
          </a:p>
          <a:p>
            <a:pPr marL="0" indent="0">
              <a:spcBef>
                <a:spcPts val="2500"/>
              </a:spcBef>
              <a:buFont typeface="Arial" panose="020B0604020202020204" pitchFamily="34" charset="0"/>
              <a:buNone/>
            </a:pPr>
            <a:r>
              <a:rPr lang="en-US" b="1"/>
              <a:t>Application Development</a:t>
            </a:r>
          </a:p>
          <a:p>
            <a:pPr marL="0" lvl="1" indent="0">
              <a:buFont typeface="Arial" panose="020B0604020202020204" pitchFamily="34" charset="0"/>
              <a:buNone/>
            </a:pPr>
            <a:r>
              <a:t>Streamlit facilitated app creation with hosting on Streamlit Cloud for user accessibility.</a:t>
            </a:r>
            <a:endParaRPr lang="en-US"/>
          </a:p>
          <a:p>
            <a:pPr marL="0" indent="0">
              <a:spcBef>
                <a:spcPts val="2500"/>
              </a:spcBef>
              <a:buFont typeface="Arial" panose="020B0604020202020204" pitchFamily="34" charset="0"/>
              <a:buNone/>
            </a:pPr>
            <a:r>
              <a:rPr lang="en-US" b="1"/>
              <a:t>Collaboration Tools</a:t>
            </a:r>
          </a:p>
          <a:p>
            <a:pPr marL="0" lvl="1" indent="0">
              <a:buFont typeface="Arial" panose="020B0604020202020204" pitchFamily="34" charset="0"/>
              <a:buNone/>
            </a:pPr>
            <a:r>
              <a:t>Google Colab and GitHub enabled collaborative coding, version control, and project deployment.</a:t>
            </a:r>
            <a:endParaRPr lang="en-US"/>
          </a:p>
          <a:p>
            <a:pPr marL="0" indent="0">
              <a:spcBef>
                <a:spcPts val="2500"/>
              </a:spcBef>
              <a:buFont typeface="Arial" panose="020B0604020202020204" pitchFamily="34" charset="0"/>
              <a:buNone/>
            </a:pPr>
            <a:r>
              <a:rPr lang="en-US" b="1"/>
              <a:t>Model Evaluation Metrics</a:t>
            </a:r>
          </a:p>
          <a:p>
            <a:pPr marL="0" lvl="1" indent="0">
              <a:buFont typeface="Arial" panose="020B0604020202020204" pitchFamily="34" charset="0"/>
              <a:buNone/>
            </a:pPr>
            <a:r>
              <a:t>Metrics like R² score, accuracy, confusion matrix, and cross-validation ensured thorough model assessment.</a:t>
            </a:r>
            <a:endParaRPr lang="en-US"/>
          </a:p>
        </p:txBody>
      </p:sp>
    </p:spTree>
    <p:extLst>
      <p:ext uri="{BB962C8B-B14F-4D97-AF65-F5344CB8AC3E}">
        <p14:creationId xmlns:p14="http://schemas.microsoft.com/office/powerpoint/2010/main" val="347176894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theme/theme1.xml><?xml version="1.0" encoding="utf-8"?>
<a:theme xmlns:a="http://schemas.openxmlformats.org/drawingml/2006/main" name="Bevel">
  <a:themeElements>
    <a:clrScheme name="Bevel">
      <a:dk1>
        <a:srgbClr val="090909"/>
      </a:dk1>
      <a:lt1>
        <a:sysClr val="window" lastClr="FFFFFF"/>
      </a:lt1>
      <a:dk2>
        <a:srgbClr val="1D1D1D"/>
      </a:dk2>
      <a:lt2>
        <a:srgbClr val="F1F2F3"/>
      </a:lt2>
      <a:accent1>
        <a:srgbClr val="2A38D5"/>
      </a:accent1>
      <a:accent2>
        <a:srgbClr val="F15928"/>
      </a:accent2>
      <a:accent3>
        <a:srgbClr val="00B4E6"/>
      </a:accent3>
      <a:accent4>
        <a:srgbClr val="0372FF"/>
      </a:accent4>
      <a:accent5>
        <a:srgbClr val="9196F3"/>
      </a:accent5>
      <a:accent6>
        <a:srgbClr val="90A0AD"/>
      </a:accent6>
      <a:hlink>
        <a:srgbClr val="F15928"/>
      </a:hlink>
      <a:folHlink>
        <a:srgbClr val="00B4E6"/>
      </a:folHlink>
    </a:clrScheme>
    <a:fontScheme name="Bierstadt">
      <a:majorFont>
        <a:latin typeface="Bierstadt"/>
        <a:ea typeface=""/>
        <a:cs typeface=""/>
      </a:majorFont>
      <a:minorFont>
        <a:latin typeface="Bierstad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evel" id="{100FCF00-15B7-4133-8EAA-9E95FFA55C03}" vid="{3D76F99D-2F24-4330-96C8-43722B67610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D6138AE6-00E4-459C-8B3A-08927B7E54F0}">
  <ds:schemaRefs>
    <ds:schemaRef ds:uri="http://schemas.microsoft.com/sharepoint/v3/contenttype/forms"/>
  </ds:schemaRefs>
</ds:datastoreItem>
</file>

<file path=customXml/itemProps2.xml><?xml version="1.0" encoding="utf-8"?>
<ds:datastoreItem xmlns:ds="http://schemas.openxmlformats.org/officeDocument/2006/customXml" ds:itemID="{8749EA57-08A7-43CA-A845-5F6B04788291}">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3.xml><?xml version="1.0" encoding="utf-8"?>
<ds:datastoreItem xmlns:ds="http://schemas.openxmlformats.org/officeDocument/2006/customXml" ds:itemID="{8C4D25C3-873C-4C53-9166-E36A3E5D9C3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Bevel</Template>
  <TotalTime>1006</TotalTime>
  <Words>4</Words>
  <Application>Microsoft Office PowerPoint</Application>
  <PresentationFormat>Widescreen</PresentationFormat>
  <Paragraphs>2</Paragraphs>
  <Slides>24</Slides>
  <Notes>23</Notes>
  <HiddenSlides>0</HiddenSlides>
  <MMClips>0</MMClips>
  <ScaleCrop>false</ScaleCrop>
  <HeadingPairs>
    <vt:vector size="4" baseType="variant">
      <vt:variant>
        <vt:lpstr>Theme</vt:lpstr>
      </vt:variant>
      <vt:variant>
        <vt:i4>1</vt:i4>
      </vt:variant>
      <vt:variant>
        <vt:lpstr>Slide Titles</vt:lpstr>
      </vt:variant>
      <vt:variant>
        <vt:i4>24</vt:i4>
      </vt:variant>
    </vt:vector>
  </HeadingPairs>
  <TitlesOfParts>
    <vt:vector size="25" baseType="lpstr">
      <vt:lpstr>Bevel</vt:lpstr>
      <vt:lpstr>SpaceX Falcon 9 First Stage Landing Prediction</vt:lpstr>
      <vt:lpstr>Executive Summary</vt:lpstr>
      <vt:lpstr>Project Highlights</vt:lpstr>
      <vt:lpstr>Project Overview</vt:lpstr>
      <vt:lpstr>Cost Advantage and Strategic Importance</vt:lpstr>
      <vt:lpstr>Business Problem &amp; Objective</vt:lpstr>
      <vt:lpstr>Challenges and Goals</vt:lpstr>
      <vt:lpstr>Methodology</vt:lpstr>
      <vt:lpstr>Data Collection and Modeling Approach</vt:lpstr>
      <vt:lpstr>EDA Insights</vt:lpstr>
      <vt:lpstr>Key Observations from Data Analysis</vt:lpstr>
      <vt:lpstr>Key Observations from DataAnalysis</vt:lpstr>
      <vt:lpstr>Model Development</vt:lpstr>
      <vt:lpstr>Algorithm Selection and Performance</vt:lpstr>
      <vt:lpstr>Model Comparison</vt:lpstr>
      <vt:lpstr>Evaluation of Tested Models</vt:lpstr>
      <vt:lpstr>Deployment</vt:lpstr>
      <vt:lpstr>Interactive Application and Hosting</vt:lpstr>
      <vt:lpstr>Key Findings</vt:lpstr>
      <vt:lpstr>Insights Driving Strategic Decisions</vt:lpstr>
      <vt:lpstr>Conclusion &amp; Future Scope</vt:lpstr>
      <vt:lpstr>Summary and Next Steps</vt:lpstr>
      <vt:lpstr>Appendix</vt:lpstr>
      <vt:lpstr>Technical Details and Tools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cp:revision>134</cp:revision>
  <dcterms:created xsi:type="dcterms:W3CDTF">2025-08-21T02:25:28Z</dcterms:created>
  <dcterms:modified xsi:type="dcterms:W3CDTF">2025-11-20T06:34:54Z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